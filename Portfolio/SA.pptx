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73" r:id="rId5"/>
    <p:sldId id="272" r:id="rId6"/>
    <p:sldId id="263" r:id="rId7"/>
    <p:sldId id="264" r:id="rId8"/>
    <p:sldId id="288" r:id="rId9"/>
    <p:sldId id="289" r:id="rId10"/>
    <p:sldId id="290" r:id="rId11"/>
    <p:sldId id="265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70" r:id="rId27"/>
    <p:sldId id="260" r:id="rId28"/>
    <p:sldId id="261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69C693-F61C-45ED-9E2B-027A14762B2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53FDFA-CCA2-45E6-B192-DAD1C9EC51D3}">
      <dgm:prSet/>
      <dgm:spPr/>
      <dgm:t>
        <a:bodyPr/>
        <a:lstStyle/>
        <a:p>
          <a:r>
            <a:rPr lang="en-US" b="0" i="0" dirty="0"/>
            <a:t>Admin Login</a:t>
          </a:r>
          <a:endParaRPr lang="en-IN" dirty="0"/>
        </a:p>
      </dgm:t>
    </dgm:pt>
    <dgm:pt modelId="{711FF5E8-D847-4AE1-9DB1-341288EE9CF5}" type="parTrans" cxnId="{FD09B8D4-764E-45C2-B239-A99FCA4ACFFE}">
      <dgm:prSet/>
      <dgm:spPr/>
      <dgm:t>
        <a:bodyPr/>
        <a:lstStyle/>
        <a:p>
          <a:endParaRPr lang="en-IN"/>
        </a:p>
      </dgm:t>
    </dgm:pt>
    <dgm:pt modelId="{81F19189-6274-4307-82F4-8FDEA2291309}" type="sibTrans" cxnId="{FD09B8D4-764E-45C2-B239-A99FCA4ACFFE}">
      <dgm:prSet/>
      <dgm:spPr/>
      <dgm:t>
        <a:bodyPr/>
        <a:lstStyle/>
        <a:p>
          <a:endParaRPr lang="en-IN"/>
        </a:p>
      </dgm:t>
    </dgm:pt>
    <dgm:pt modelId="{47BD8329-5F77-4A9B-AAE2-823277DD4F39}">
      <dgm:prSet/>
      <dgm:spPr/>
      <dgm:t>
        <a:bodyPr/>
        <a:lstStyle/>
        <a:p>
          <a:r>
            <a:rPr lang="en-US" b="0" i="0" dirty="0"/>
            <a:t>Subject management</a:t>
          </a:r>
          <a:endParaRPr lang="en-IN" dirty="0"/>
        </a:p>
      </dgm:t>
    </dgm:pt>
    <dgm:pt modelId="{45DBE9EE-D192-4B8F-91BA-79F4D8BC6298}" type="parTrans" cxnId="{7371FA9B-CD02-4C8A-8F8E-CE8B812B8CFA}">
      <dgm:prSet/>
      <dgm:spPr/>
      <dgm:t>
        <a:bodyPr/>
        <a:lstStyle/>
        <a:p>
          <a:endParaRPr lang="en-IN"/>
        </a:p>
      </dgm:t>
    </dgm:pt>
    <dgm:pt modelId="{9FDB2A35-CD54-473A-93F0-61B89B02DFED}" type="sibTrans" cxnId="{7371FA9B-CD02-4C8A-8F8E-CE8B812B8CFA}">
      <dgm:prSet/>
      <dgm:spPr/>
      <dgm:t>
        <a:bodyPr/>
        <a:lstStyle/>
        <a:p>
          <a:endParaRPr lang="en-IN"/>
        </a:p>
      </dgm:t>
    </dgm:pt>
    <dgm:pt modelId="{D5C374FB-4CC3-43A0-A157-E7CEEFFB7F98}">
      <dgm:prSet/>
      <dgm:spPr/>
      <dgm:t>
        <a:bodyPr/>
        <a:lstStyle/>
        <a:p>
          <a:r>
            <a:rPr lang="en-US" b="0" i="0" dirty="0"/>
            <a:t>Add Subject</a:t>
          </a:r>
          <a:endParaRPr lang="en-IN" dirty="0"/>
        </a:p>
      </dgm:t>
    </dgm:pt>
    <dgm:pt modelId="{FF50E9F2-7F0E-4BD5-B2FD-A97630C7E0CC}" type="parTrans" cxnId="{8E6F2EDE-A111-43CE-ADB7-024D3C87920E}">
      <dgm:prSet/>
      <dgm:spPr/>
      <dgm:t>
        <a:bodyPr/>
        <a:lstStyle/>
        <a:p>
          <a:endParaRPr lang="en-IN"/>
        </a:p>
      </dgm:t>
    </dgm:pt>
    <dgm:pt modelId="{B7FFAEAE-136E-42C3-A50E-A8470FAB49F7}" type="sibTrans" cxnId="{8E6F2EDE-A111-43CE-ADB7-024D3C87920E}">
      <dgm:prSet/>
      <dgm:spPr/>
      <dgm:t>
        <a:bodyPr/>
        <a:lstStyle/>
        <a:p>
          <a:endParaRPr lang="en-IN"/>
        </a:p>
      </dgm:t>
    </dgm:pt>
    <dgm:pt modelId="{4AD57BC1-8068-4950-B9C2-CB127E7F8B0A}">
      <dgm:prSet/>
      <dgm:spPr/>
      <dgm:t>
        <a:bodyPr/>
        <a:lstStyle/>
        <a:p>
          <a:r>
            <a:rPr lang="en-US" b="0" i="0" dirty="0"/>
            <a:t>View / Edit Subject</a:t>
          </a:r>
          <a:endParaRPr lang="en-IN" dirty="0"/>
        </a:p>
      </dgm:t>
    </dgm:pt>
    <dgm:pt modelId="{FF8B27DF-C7CC-4232-82B9-4DF0CF6FE526}" type="parTrans" cxnId="{F13F96BB-084C-4989-9316-E3C6F11CF7A4}">
      <dgm:prSet/>
      <dgm:spPr/>
      <dgm:t>
        <a:bodyPr/>
        <a:lstStyle/>
        <a:p>
          <a:endParaRPr lang="en-IN"/>
        </a:p>
      </dgm:t>
    </dgm:pt>
    <dgm:pt modelId="{158859CB-6C32-4909-B54B-D46A24C87917}" type="sibTrans" cxnId="{F13F96BB-084C-4989-9316-E3C6F11CF7A4}">
      <dgm:prSet/>
      <dgm:spPr/>
      <dgm:t>
        <a:bodyPr/>
        <a:lstStyle/>
        <a:p>
          <a:endParaRPr lang="en-IN"/>
        </a:p>
      </dgm:t>
    </dgm:pt>
    <dgm:pt modelId="{3DCD3C68-5CCC-4B6C-8210-EBDE614465FA}">
      <dgm:prSet/>
      <dgm:spPr/>
      <dgm:t>
        <a:bodyPr/>
        <a:lstStyle/>
        <a:p>
          <a:r>
            <a:rPr lang="en-US" b="0" i="0" dirty="0"/>
            <a:t>Faculty Management</a:t>
          </a:r>
          <a:endParaRPr lang="en-IN" dirty="0"/>
        </a:p>
      </dgm:t>
    </dgm:pt>
    <dgm:pt modelId="{A3B87FE0-FB86-42F6-B734-A0FA0CCDEC69}" type="parTrans" cxnId="{08B4A2BD-5650-4A39-A3EB-0D3B78FC8008}">
      <dgm:prSet/>
      <dgm:spPr/>
      <dgm:t>
        <a:bodyPr/>
        <a:lstStyle/>
        <a:p>
          <a:endParaRPr lang="en-IN"/>
        </a:p>
      </dgm:t>
    </dgm:pt>
    <dgm:pt modelId="{1572AAAC-D0A7-495E-AEFA-39306EAF5E1C}" type="sibTrans" cxnId="{08B4A2BD-5650-4A39-A3EB-0D3B78FC8008}">
      <dgm:prSet/>
      <dgm:spPr/>
      <dgm:t>
        <a:bodyPr/>
        <a:lstStyle/>
        <a:p>
          <a:endParaRPr lang="en-IN"/>
        </a:p>
      </dgm:t>
    </dgm:pt>
    <dgm:pt modelId="{223EDFC2-101A-465C-91CC-5CBC88B845F5}">
      <dgm:prSet/>
      <dgm:spPr/>
      <dgm:t>
        <a:bodyPr/>
        <a:lstStyle/>
        <a:p>
          <a:r>
            <a:rPr lang="en-US" b="0" i="0" dirty="0"/>
            <a:t>Class Management</a:t>
          </a:r>
          <a:endParaRPr lang="en-IN" dirty="0"/>
        </a:p>
      </dgm:t>
    </dgm:pt>
    <dgm:pt modelId="{6F7CF5D0-45A3-4B17-AFE3-1A2FA5A785D4}" type="parTrans" cxnId="{528155C1-C4FF-4352-9C03-3869C3C57DDE}">
      <dgm:prSet/>
      <dgm:spPr/>
      <dgm:t>
        <a:bodyPr/>
        <a:lstStyle/>
        <a:p>
          <a:endParaRPr lang="en-IN"/>
        </a:p>
      </dgm:t>
    </dgm:pt>
    <dgm:pt modelId="{4F7CDF8E-5EB1-423C-B3FF-FE60AEEF7E40}" type="sibTrans" cxnId="{528155C1-C4FF-4352-9C03-3869C3C57DDE}">
      <dgm:prSet/>
      <dgm:spPr/>
      <dgm:t>
        <a:bodyPr/>
        <a:lstStyle/>
        <a:p>
          <a:endParaRPr lang="en-IN"/>
        </a:p>
      </dgm:t>
    </dgm:pt>
    <dgm:pt modelId="{89A458C0-457D-49CD-A46A-987BB9AF4026}">
      <dgm:prSet/>
      <dgm:spPr/>
      <dgm:t>
        <a:bodyPr/>
        <a:lstStyle/>
        <a:p>
          <a:r>
            <a:rPr lang="en-US" b="0" i="0" dirty="0"/>
            <a:t>Student Management</a:t>
          </a:r>
          <a:endParaRPr lang="en-IN" dirty="0"/>
        </a:p>
      </dgm:t>
    </dgm:pt>
    <dgm:pt modelId="{E3CF8399-F1DB-4465-BE2C-1AD2007AFC20}" type="parTrans" cxnId="{EC0F5C96-7140-4E96-92E9-F3DB2461DE8F}">
      <dgm:prSet/>
      <dgm:spPr/>
      <dgm:t>
        <a:bodyPr/>
        <a:lstStyle/>
        <a:p>
          <a:endParaRPr lang="en-IN"/>
        </a:p>
      </dgm:t>
    </dgm:pt>
    <dgm:pt modelId="{1D4FB464-9086-42AC-9433-860673BEFD6D}" type="sibTrans" cxnId="{EC0F5C96-7140-4E96-92E9-F3DB2461DE8F}">
      <dgm:prSet/>
      <dgm:spPr/>
      <dgm:t>
        <a:bodyPr/>
        <a:lstStyle/>
        <a:p>
          <a:endParaRPr lang="en-IN"/>
        </a:p>
      </dgm:t>
    </dgm:pt>
    <dgm:pt modelId="{0AFE60DF-E0B9-4A71-BBFF-D1656875916A}">
      <dgm:prSet/>
      <dgm:spPr/>
      <dgm:t>
        <a:bodyPr/>
        <a:lstStyle/>
        <a:p>
          <a:r>
            <a:rPr lang="en-IN" dirty="0"/>
            <a:t>Add Faculty</a:t>
          </a:r>
        </a:p>
      </dgm:t>
    </dgm:pt>
    <dgm:pt modelId="{21100ABB-D7D6-466D-8CFE-C93DD4787F90}" type="parTrans" cxnId="{07029105-041E-49EB-9350-B32C6650AD90}">
      <dgm:prSet/>
      <dgm:spPr/>
      <dgm:t>
        <a:bodyPr/>
        <a:lstStyle/>
        <a:p>
          <a:endParaRPr lang="en-IN"/>
        </a:p>
      </dgm:t>
    </dgm:pt>
    <dgm:pt modelId="{3951E849-79D9-4335-8066-4321CC6CC397}" type="sibTrans" cxnId="{07029105-041E-49EB-9350-B32C6650AD90}">
      <dgm:prSet/>
      <dgm:spPr/>
      <dgm:t>
        <a:bodyPr/>
        <a:lstStyle/>
        <a:p>
          <a:endParaRPr lang="en-IN"/>
        </a:p>
      </dgm:t>
    </dgm:pt>
    <dgm:pt modelId="{580FBBBF-16F0-4674-8D91-C35715EA88B9}">
      <dgm:prSet/>
      <dgm:spPr/>
      <dgm:t>
        <a:bodyPr/>
        <a:lstStyle/>
        <a:p>
          <a:r>
            <a:rPr lang="en-IN" dirty="0"/>
            <a:t>View / Edit Faculty</a:t>
          </a:r>
        </a:p>
      </dgm:t>
    </dgm:pt>
    <dgm:pt modelId="{DE4A2608-598B-477D-A04F-078FD24BDAAF}" type="parTrans" cxnId="{8DD348B8-E050-4F23-A14A-43493DA38C73}">
      <dgm:prSet/>
      <dgm:spPr/>
      <dgm:t>
        <a:bodyPr/>
        <a:lstStyle/>
        <a:p>
          <a:endParaRPr lang="en-IN"/>
        </a:p>
      </dgm:t>
    </dgm:pt>
    <dgm:pt modelId="{731F037D-550B-47EE-8F3B-D4C6B659FB73}" type="sibTrans" cxnId="{8DD348B8-E050-4F23-A14A-43493DA38C73}">
      <dgm:prSet/>
      <dgm:spPr/>
      <dgm:t>
        <a:bodyPr/>
        <a:lstStyle/>
        <a:p>
          <a:endParaRPr lang="en-IN"/>
        </a:p>
      </dgm:t>
    </dgm:pt>
    <dgm:pt modelId="{367F2A40-8B3E-45D5-A4DF-20B87A68A1DB}">
      <dgm:prSet/>
      <dgm:spPr/>
      <dgm:t>
        <a:bodyPr/>
        <a:lstStyle/>
        <a:p>
          <a:r>
            <a:rPr lang="en-IN" dirty="0"/>
            <a:t>Add Class</a:t>
          </a:r>
        </a:p>
      </dgm:t>
    </dgm:pt>
    <dgm:pt modelId="{1588B8E4-B568-4B4B-A7C9-CEBE3380E703}" type="parTrans" cxnId="{9814D9B3-43AC-4223-B807-CE7668EC12ED}">
      <dgm:prSet/>
      <dgm:spPr/>
      <dgm:t>
        <a:bodyPr/>
        <a:lstStyle/>
        <a:p>
          <a:endParaRPr lang="en-IN"/>
        </a:p>
      </dgm:t>
    </dgm:pt>
    <dgm:pt modelId="{25B9849C-5F51-412B-A773-E42A08459401}" type="sibTrans" cxnId="{9814D9B3-43AC-4223-B807-CE7668EC12ED}">
      <dgm:prSet/>
      <dgm:spPr/>
      <dgm:t>
        <a:bodyPr/>
        <a:lstStyle/>
        <a:p>
          <a:endParaRPr lang="en-IN"/>
        </a:p>
      </dgm:t>
    </dgm:pt>
    <dgm:pt modelId="{FC90D37E-96F7-44D5-84F7-43C0786AF5B4}">
      <dgm:prSet/>
      <dgm:spPr/>
      <dgm:t>
        <a:bodyPr/>
        <a:lstStyle/>
        <a:p>
          <a:r>
            <a:rPr lang="en-IN" dirty="0"/>
            <a:t>View / Edit Class</a:t>
          </a:r>
        </a:p>
      </dgm:t>
    </dgm:pt>
    <dgm:pt modelId="{B61E0C26-211E-4CAA-89C9-45E27BE848E9}" type="parTrans" cxnId="{62524CEF-640B-4F68-AECC-D577B037FF0D}">
      <dgm:prSet/>
      <dgm:spPr/>
      <dgm:t>
        <a:bodyPr/>
        <a:lstStyle/>
        <a:p>
          <a:endParaRPr lang="en-IN"/>
        </a:p>
      </dgm:t>
    </dgm:pt>
    <dgm:pt modelId="{60D84F48-8624-43F7-9387-19F4CC676597}" type="sibTrans" cxnId="{62524CEF-640B-4F68-AECC-D577B037FF0D}">
      <dgm:prSet/>
      <dgm:spPr/>
      <dgm:t>
        <a:bodyPr/>
        <a:lstStyle/>
        <a:p>
          <a:endParaRPr lang="en-IN"/>
        </a:p>
      </dgm:t>
    </dgm:pt>
    <dgm:pt modelId="{90DF31B8-4529-4A98-A436-58363A182CB1}">
      <dgm:prSet/>
      <dgm:spPr/>
      <dgm:t>
        <a:bodyPr/>
        <a:lstStyle/>
        <a:p>
          <a:r>
            <a:rPr lang="en-IN"/>
            <a:t>Select Class</a:t>
          </a:r>
          <a:endParaRPr lang="en-IN" dirty="0"/>
        </a:p>
      </dgm:t>
    </dgm:pt>
    <dgm:pt modelId="{5CCDCB7D-CBBD-4BA3-9CD5-3DDFDCA01376}" type="parTrans" cxnId="{A044D75B-4391-48F3-B97A-FCC6115BB371}">
      <dgm:prSet/>
      <dgm:spPr/>
      <dgm:t>
        <a:bodyPr/>
        <a:lstStyle/>
        <a:p>
          <a:endParaRPr lang="en-IN"/>
        </a:p>
      </dgm:t>
    </dgm:pt>
    <dgm:pt modelId="{36F6E852-2564-43EB-899F-C197C153EB4E}" type="sibTrans" cxnId="{A044D75B-4391-48F3-B97A-FCC6115BB371}">
      <dgm:prSet/>
      <dgm:spPr/>
      <dgm:t>
        <a:bodyPr/>
        <a:lstStyle/>
        <a:p>
          <a:endParaRPr lang="en-IN"/>
        </a:p>
      </dgm:t>
    </dgm:pt>
    <dgm:pt modelId="{12F6F6CA-31C3-4B13-8177-DBA43D94ABF3}">
      <dgm:prSet/>
      <dgm:spPr/>
      <dgm:t>
        <a:bodyPr/>
        <a:lstStyle/>
        <a:p>
          <a:r>
            <a:rPr lang="en-IN"/>
            <a:t>Add Students</a:t>
          </a:r>
          <a:endParaRPr lang="en-IN" dirty="0"/>
        </a:p>
      </dgm:t>
    </dgm:pt>
    <dgm:pt modelId="{175570DB-A10C-43E2-90F6-6F067368E308}" type="parTrans" cxnId="{874DFED1-60ED-4339-B8B5-3EA5EF691CC5}">
      <dgm:prSet/>
      <dgm:spPr/>
      <dgm:t>
        <a:bodyPr/>
        <a:lstStyle/>
        <a:p>
          <a:endParaRPr lang="en-IN"/>
        </a:p>
      </dgm:t>
    </dgm:pt>
    <dgm:pt modelId="{307E2F2D-6B65-471C-99F4-1590A1265CC9}" type="sibTrans" cxnId="{874DFED1-60ED-4339-B8B5-3EA5EF691CC5}">
      <dgm:prSet/>
      <dgm:spPr/>
      <dgm:t>
        <a:bodyPr/>
        <a:lstStyle/>
        <a:p>
          <a:endParaRPr lang="en-IN"/>
        </a:p>
      </dgm:t>
    </dgm:pt>
    <dgm:pt modelId="{ADEDC32C-2563-4712-BFA4-B96E4E6439E0}">
      <dgm:prSet/>
      <dgm:spPr/>
      <dgm:t>
        <a:bodyPr/>
        <a:lstStyle/>
        <a:p>
          <a:r>
            <a:rPr lang="en-IN"/>
            <a:t>View Students</a:t>
          </a:r>
          <a:endParaRPr lang="en-IN" dirty="0"/>
        </a:p>
      </dgm:t>
    </dgm:pt>
    <dgm:pt modelId="{80F33D4C-855C-45E2-ACA8-3F1CF6B43961}" type="parTrans" cxnId="{4FF00254-4871-43DB-9E8E-6B70B12C4DF2}">
      <dgm:prSet/>
      <dgm:spPr/>
      <dgm:t>
        <a:bodyPr/>
        <a:lstStyle/>
        <a:p>
          <a:endParaRPr lang="en-IN"/>
        </a:p>
      </dgm:t>
    </dgm:pt>
    <dgm:pt modelId="{6DB738C6-D58F-451D-A8EC-04E0E9991A49}" type="sibTrans" cxnId="{4FF00254-4871-43DB-9E8E-6B70B12C4DF2}">
      <dgm:prSet/>
      <dgm:spPr/>
      <dgm:t>
        <a:bodyPr/>
        <a:lstStyle/>
        <a:p>
          <a:endParaRPr lang="en-IN"/>
        </a:p>
      </dgm:t>
    </dgm:pt>
    <dgm:pt modelId="{CAF76AFF-F7AF-4FEE-AC82-1B3BA72CD00E}">
      <dgm:prSet/>
      <dgm:spPr/>
      <dgm:t>
        <a:bodyPr/>
        <a:lstStyle/>
        <a:p>
          <a:r>
            <a:rPr lang="en-IN"/>
            <a:t>Upload Faces Data</a:t>
          </a:r>
          <a:endParaRPr lang="en-IN" dirty="0"/>
        </a:p>
      </dgm:t>
    </dgm:pt>
    <dgm:pt modelId="{DE4EAE3D-BBE5-4786-BBD4-8535D340D57C}" type="parTrans" cxnId="{61AAF66B-4F38-426F-ABD2-2DFB2F6AEBDB}">
      <dgm:prSet/>
      <dgm:spPr/>
      <dgm:t>
        <a:bodyPr/>
        <a:lstStyle/>
        <a:p>
          <a:endParaRPr lang="en-IN"/>
        </a:p>
      </dgm:t>
    </dgm:pt>
    <dgm:pt modelId="{2B5424A4-1A24-4F21-B537-BADADE63B5A0}" type="sibTrans" cxnId="{61AAF66B-4F38-426F-ABD2-2DFB2F6AEBDB}">
      <dgm:prSet/>
      <dgm:spPr/>
      <dgm:t>
        <a:bodyPr/>
        <a:lstStyle/>
        <a:p>
          <a:endParaRPr lang="en-IN"/>
        </a:p>
      </dgm:t>
    </dgm:pt>
    <dgm:pt modelId="{B16A3E72-91D7-47D8-9F69-C18A08C0AA91}">
      <dgm:prSet/>
      <dgm:spPr/>
      <dgm:t>
        <a:bodyPr/>
        <a:lstStyle/>
        <a:p>
          <a:r>
            <a:rPr lang="en-IN" dirty="0"/>
            <a:t>View / </a:t>
          </a:r>
          <a:r>
            <a:rPr lang="en-IN" dirty="0" err="1"/>
            <a:t>DeleteFaces</a:t>
          </a:r>
          <a:r>
            <a:rPr lang="en-IN" dirty="0"/>
            <a:t> Data</a:t>
          </a:r>
        </a:p>
      </dgm:t>
    </dgm:pt>
    <dgm:pt modelId="{50AD5147-4526-4DB0-837E-A33362766A6C}" type="parTrans" cxnId="{0D70A4E6-A0A0-41F3-BFBE-2041B67FA5DB}">
      <dgm:prSet/>
      <dgm:spPr/>
      <dgm:t>
        <a:bodyPr/>
        <a:lstStyle/>
        <a:p>
          <a:endParaRPr lang="en-IN"/>
        </a:p>
      </dgm:t>
    </dgm:pt>
    <dgm:pt modelId="{D968FB62-A55A-4AD6-982D-6F87A4D8522E}" type="sibTrans" cxnId="{0D70A4E6-A0A0-41F3-BFBE-2041B67FA5DB}">
      <dgm:prSet/>
      <dgm:spPr/>
      <dgm:t>
        <a:bodyPr/>
        <a:lstStyle/>
        <a:p>
          <a:endParaRPr lang="en-IN"/>
        </a:p>
      </dgm:t>
    </dgm:pt>
    <dgm:pt modelId="{52A39678-6BB8-4A7E-8380-29647FC92B36}">
      <dgm:prSet/>
      <dgm:spPr/>
      <dgm:t>
        <a:bodyPr/>
        <a:lstStyle/>
        <a:p>
          <a:r>
            <a:rPr lang="en-IN"/>
            <a:t>Profile</a:t>
          </a:r>
          <a:endParaRPr lang="en-IN" dirty="0"/>
        </a:p>
      </dgm:t>
    </dgm:pt>
    <dgm:pt modelId="{C5AAEE84-F21F-4362-8ED1-A5B0FE336353}" type="parTrans" cxnId="{C78DC3C2-6C0F-4520-9578-973DD9803011}">
      <dgm:prSet/>
      <dgm:spPr/>
      <dgm:t>
        <a:bodyPr/>
        <a:lstStyle/>
        <a:p>
          <a:endParaRPr lang="en-IN"/>
        </a:p>
      </dgm:t>
    </dgm:pt>
    <dgm:pt modelId="{F7F6B53F-410E-4A67-A517-73DEEA9F8B25}" type="sibTrans" cxnId="{C78DC3C2-6C0F-4520-9578-973DD9803011}">
      <dgm:prSet/>
      <dgm:spPr/>
      <dgm:t>
        <a:bodyPr/>
        <a:lstStyle/>
        <a:p>
          <a:endParaRPr lang="en-IN"/>
        </a:p>
      </dgm:t>
    </dgm:pt>
    <dgm:pt modelId="{5853270A-4ACD-413A-A4AC-6DE7B9CF241F}">
      <dgm:prSet/>
      <dgm:spPr/>
      <dgm:t>
        <a:bodyPr/>
        <a:lstStyle/>
        <a:p>
          <a:r>
            <a:rPr lang="en-IN"/>
            <a:t>Notification</a:t>
          </a:r>
          <a:endParaRPr lang="en-IN" dirty="0"/>
        </a:p>
      </dgm:t>
    </dgm:pt>
    <dgm:pt modelId="{2595F7AB-DA02-4F18-9621-0F79C486A749}" type="parTrans" cxnId="{6DAD1B76-4C42-45C1-BD7B-A6DB9BAB5761}">
      <dgm:prSet/>
      <dgm:spPr/>
      <dgm:t>
        <a:bodyPr/>
        <a:lstStyle/>
        <a:p>
          <a:endParaRPr lang="en-IN"/>
        </a:p>
      </dgm:t>
    </dgm:pt>
    <dgm:pt modelId="{406763A5-A20B-422B-9470-73CFF70B0643}" type="sibTrans" cxnId="{6DAD1B76-4C42-45C1-BD7B-A6DB9BAB5761}">
      <dgm:prSet/>
      <dgm:spPr/>
      <dgm:t>
        <a:bodyPr/>
        <a:lstStyle/>
        <a:p>
          <a:endParaRPr lang="en-IN"/>
        </a:p>
      </dgm:t>
    </dgm:pt>
    <dgm:pt modelId="{C75F5BCF-FF52-48EF-859F-5F52F4AF19EF}">
      <dgm:prSet/>
      <dgm:spPr/>
      <dgm:t>
        <a:bodyPr/>
        <a:lstStyle/>
        <a:p>
          <a:r>
            <a:rPr lang="en-IN"/>
            <a:t>Delete Records</a:t>
          </a:r>
          <a:endParaRPr lang="en-IN" dirty="0"/>
        </a:p>
      </dgm:t>
    </dgm:pt>
    <dgm:pt modelId="{D0916A84-98A6-4AB8-81BD-4322D30DE958}" type="parTrans" cxnId="{93C11571-193A-45E6-A6BD-D408B1174524}">
      <dgm:prSet/>
      <dgm:spPr/>
      <dgm:t>
        <a:bodyPr/>
        <a:lstStyle/>
        <a:p>
          <a:endParaRPr lang="en-IN"/>
        </a:p>
      </dgm:t>
    </dgm:pt>
    <dgm:pt modelId="{4DC13C14-7A94-4155-97EE-C3ED7EAFB2C2}" type="sibTrans" cxnId="{93C11571-193A-45E6-A6BD-D408B1174524}">
      <dgm:prSet/>
      <dgm:spPr/>
      <dgm:t>
        <a:bodyPr/>
        <a:lstStyle/>
        <a:p>
          <a:endParaRPr lang="en-IN"/>
        </a:p>
      </dgm:t>
    </dgm:pt>
    <dgm:pt modelId="{92A1B3B6-37CB-41E6-A5D1-D69A385EBCCB}">
      <dgm:prSet/>
      <dgm:spPr/>
      <dgm:t>
        <a:bodyPr/>
        <a:lstStyle/>
        <a:p>
          <a:r>
            <a:rPr lang="en-IN"/>
            <a:t>Edit</a:t>
          </a:r>
          <a:endParaRPr lang="en-IN" dirty="0"/>
        </a:p>
      </dgm:t>
    </dgm:pt>
    <dgm:pt modelId="{51D8543E-0D8D-4BB6-B623-260C2C290158}" type="parTrans" cxnId="{D9EAAEEA-86DD-479A-A358-90C663DD2B77}">
      <dgm:prSet/>
      <dgm:spPr/>
      <dgm:t>
        <a:bodyPr/>
        <a:lstStyle/>
        <a:p>
          <a:endParaRPr lang="en-IN"/>
        </a:p>
      </dgm:t>
    </dgm:pt>
    <dgm:pt modelId="{5606FC52-B1AA-4008-81CB-36B97DCDD2B3}" type="sibTrans" cxnId="{D9EAAEEA-86DD-479A-A358-90C663DD2B77}">
      <dgm:prSet/>
      <dgm:spPr/>
      <dgm:t>
        <a:bodyPr/>
        <a:lstStyle/>
        <a:p>
          <a:endParaRPr lang="en-IN"/>
        </a:p>
      </dgm:t>
    </dgm:pt>
    <dgm:pt modelId="{1F8EC5F2-C198-45CF-885C-69C311E4DDA3}">
      <dgm:prSet/>
      <dgm:spPr/>
      <dgm:t>
        <a:bodyPr/>
        <a:lstStyle/>
        <a:p>
          <a:r>
            <a:rPr lang="en-IN"/>
            <a:t>Logout</a:t>
          </a:r>
          <a:endParaRPr lang="en-IN" dirty="0"/>
        </a:p>
      </dgm:t>
    </dgm:pt>
    <dgm:pt modelId="{6FE5611B-F5CA-4CA1-B392-062E5AB8409B}" type="parTrans" cxnId="{A19BFFAA-4A2B-421B-8DCA-885A0A534CD7}">
      <dgm:prSet/>
      <dgm:spPr/>
      <dgm:t>
        <a:bodyPr/>
        <a:lstStyle/>
        <a:p>
          <a:endParaRPr lang="en-IN"/>
        </a:p>
      </dgm:t>
    </dgm:pt>
    <dgm:pt modelId="{7AFD2EB5-7A28-4449-ACCF-23D5D36CD4FD}" type="sibTrans" cxnId="{A19BFFAA-4A2B-421B-8DCA-885A0A534CD7}">
      <dgm:prSet/>
      <dgm:spPr/>
      <dgm:t>
        <a:bodyPr/>
        <a:lstStyle/>
        <a:p>
          <a:endParaRPr lang="en-IN"/>
        </a:p>
      </dgm:t>
    </dgm:pt>
    <dgm:pt modelId="{26F75DB7-3823-48F7-9D74-BF1FAC375767}" type="pres">
      <dgm:prSet presAssocID="{EA69C693-F61C-45ED-9E2B-027A14762B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2994DD-2AE0-4FA4-998E-72BA68110621}" type="pres">
      <dgm:prSet presAssocID="{C753FDFA-CCA2-45E6-B192-DAD1C9EC51D3}" presName="hierRoot1" presStyleCnt="0"/>
      <dgm:spPr/>
    </dgm:pt>
    <dgm:pt modelId="{89A097F4-3FAB-46AC-8E6C-40EF3C3C17EB}" type="pres">
      <dgm:prSet presAssocID="{C753FDFA-CCA2-45E6-B192-DAD1C9EC51D3}" presName="composite" presStyleCnt="0"/>
      <dgm:spPr/>
    </dgm:pt>
    <dgm:pt modelId="{E3D5865D-6602-4A5E-958B-898A4354B4F9}" type="pres">
      <dgm:prSet presAssocID="{C753FDFA-CCA2-45E6-B192-DAD1C9EC51D3}" presName="background" presStyleLbl="node0" presStyleIdx="0" presStyleCnt="1"/>
      <dgm:spPr/>
    </dgm:pt>
    <dgm:pt modelId="{3DEEB2ED-10E8-43C9-8552-6159E39522B3}" type="pres">
      <dgm:prSet presAssocID="{C753FDFA-CCA2-45E6-B192-DAD1C9EC51D3}" presName="text" presStyleLbl="fgAcc0" presStyleIdx="0" presStyleCnt="1">
        <dgm:presLayoutVars>
          <dgm:chPref val="3"/>
        </dgm:presLayoutVars>
      </dgm:prSet>
      <dgm:spPr/>
    </dgm:pt>
    <dgm:pt modelId="{14D46BEE-9B6A-4301-853E-6967FCBEBA82}" type="pres">
      <dgm:prSet presAssocID="{C753FDFA-CCA2-45E6-B192-DAD1C9EC51D3}" presName="hierChild2" presStyleCnt="0"/>
      <dgm:spPr/>
    </dgm:pt>
    <dgm:pt modelId="{60421A4E-DAC4-48F0-BA51-17A662564308}" type="pres">
      <dgm:prSet presAssocID="{C5AAEE84-F21F-4362-8ED1-A5B0FE336353}" presName="Name10" presStyleLbl="parChTrans1D2" presStyleIdx="0" presStyleCnt="5"/>
      <dgm:spPr/>
    </dgm:pt>
    <dgm:pt modelId="{E787DB2E-D75F-4B0A-BA24-98D6F881F5AA}" type="pres">
      <dgm:prSet presAssocID="{52A39678-6BB8-4A7E-8380-29647FC92B36}" presName="hierRoot2" presStyleCnt="0"/>
      <dgm:spPr/>
    </dgm:pt>
    <dgm:pt modelId="{78C72D21-C8AB-4F95-934C-32AEDDAB26F2}" type="pres">
      <dgm:prSet presAssocID="{52A39678-6BB8-4A7E-8380-29647FC92B36}" presName="composite2" presStyleCnt="0"/>
      <dgm:spPr/>
    </dgm:pt>
    <dgm:pt modelId="{664D6350-3661-46C2-947E-20D2D078EAB8}" type="pres">
      <dgm:prSet presAssocID="{52A39678-6BB8-4A7E-8380-29647FC92B36}" presName="background2" presStyleLbl="node2" presStyleIdx="0" presStyleCnt="5"/>
      <dgm:spPr/>
    </dgm:pt>
    <dgm:pt modelId="{B029EBC8-7A2B-49ED-A784-376785F0182B}" type="pres">
      <dgm:prSet presAssocID="{52A39678-6BB8-4A7E-8380-29647FC92B36}" presName="text2" presStyleLbl="fgAcc2" presStyleIdx="0" presStyleCnt="5">
        <dgm:presLayoutVars>
          <dgm:chPref val="3"/>
        </dgm:presLayoutVars>
      </dgm:prSet>
      <dgm:spPr/>
    </dgm:pt>
    <dgm:pt modelId="{09239AE3-4CAF-4A52-8F6C-9B09CC6D4024}" type="pres">
      <dgm:prSet presAssocID="{52A39678-6BB8-4A7E-8380-29647FC92B36}" presName="hierChild3" presStyleCnt="0"/>
      <dgm:spPr/>
    </dgm:pt>
    <dgm:pt modelId="{CD2C8DB7-8D43-487A-97CD-4450E81B0DD5}" type="pres">
      <dgm:prSet presAssocID="{2595F7AB-DA02-4F18-9621-0F79C486A749}" presName="Name17" presStyleLbl="parChTrans1D3" presStyleIdx="0" presStyleCnt="10"/>
      <dgm:spPr/>
    </dgm:pt>
    <dgm:pt modelId="{052CB085-8B55-4366-A399-D522BA52A49B}" type="pres">
      <dgm:prSet presAssocID="{5853270A-4ACD-413A-A4AC-6DE7B9CF241F}" presName="hierRoot3" presStyleCnt="0"/>
      <dgm:spPr/>
    </dgm:pt>
    <dgm:pt modelId="{8D1B2D40-386D-4655-AE02-740C1095D2F9}" type="pres">
      <dgm:prSet presAssocID="{5853270A-4ACD-413A-A4AC-6DE7B9CF241F}" presName="composite3" presStyleCnt="0"/>
      <dgm:spPr/>
    </dgm:pt>
    <dgm:pt modelId="{535E54B2-1E31-4169-984B-80D1FE94EEE3}" type="pres">
      <dgm:prSet presAssocID="{5853270A-4ACD-413A-A4AC-6DE7B9CF241F}" presName="background3" presStyleLbl="node3" presStyleIdx="0" presStyleCnt="10"/>
      <dgm:spPr/>
    </dgm:pt>
    <dgm:pt modelId="{57513C58-D4DF-47CF-83C1-7182D10E9C09}" type="pres">
      <dgm:prSet presAssocID="{5853270A-4ACD-413A-A4AC-6DE7B9CF241F}" presName="text3" presStyleLbl="fgAcc3" presStyleIdx="0" presStyleCnt="10">
        <dgm:presLayoutVars>
          <dgm:chPref val="3"/>
        </dgm:presLayoutVars>
      </dgm:prSet>
      <dgm:spPr/>
    </dgm:pt>
    <dgm:pt modelId="{D1C7FFE6-C025-4E66-86C8-1EAF4064B2B2}" type="pres">
      <dgm:prSet presAssocID="{5853270A-4ACD-413A-A4AC-6DE7B9CF241F}" presName="hierChild4" presStyleCnt="0"/>
      <dgm:spPr/>
    </dgm:pt>
    <dgm:pt modelId="{0029286C-239C-4ACA-A755-51BB9F376A37}" type="pres">
      <dgm:prSet presAssocID="{D0916A84-98A6-4AB8-81BD-4322D30DE958}" presName="Name23" presStyleLbl="parChTrans1D4" presStyleIdx="0" presStyleCnt="5"/>
      <dgm:spPr/>
    </dgm:pt>
    <dgm:pt modelId="{6AA68381-9ECF-46F0-9CA8-8BDD2C6E0D5C}" type="pres">
      <dgm:prSet presAssocID="{C75F5BCF-FF52-48EF-859F-5F52F4AF19EF}" presName="hierRoot4" presStyleCnt="0"/>
      <dgm:spPr/>
    </dgm:pt>
    <dgm:pt modelId="{918701E0-269D-40E9-AAF7-DC580E16E792}" type="pres">
      <dgm:prSet presAssocID="{C75F5BCF-FF52-48EF-859F-5F52F4AF19EF}" presName="composite4" presStyleCnt="0"/>
      <dgm:spPr/>
    </dgm:pt>
    <dgm:pt modelId="{1930FD4D-1DFE-404E-ADBD-6DC8CB67EBD7}" type="pres">
      <dgm:prSet presAssocID="{C75F5BCF-FF52-48EF-859F-5F52F4AF19EF}" presName="background4" presStyleLbl="node4" presStyleIdx="0" presStyleCnt="5"/>
      <dgm:spPr/>
    </dgm:pt>
    <dgm:pt modelId="{ADD14BB5-3C07-4A79-A2E2-4E121403092A}" type="pres">
      <dgm:prSet presAssocID="{C75F5BCF-FF52-48EF-859F-5F52F4AF19EF}" presName="text4" presStyleLbl="fgAcc4" presStyleIdx="0" presStyleCnt="5">
        <dgm:presLayoutVars>
          <dgm:chPref val="3"/>
        </dgm:presLayoutVars>
      </dgm:prSet>
      <dgm:spPr/>
    </dgm:pt>
    <dgm:pt modelId="{FE4CFB46-0C67-44DB-8B69-8146211303A5}" type="pres">
      <dgm:prSet presAssocID="{C75F5BCF-FF52-48EF-859F-5F52F4AF19EF}" presName="hierChild5" presStyleCnt="0"/>
      <dgm:spPr/>
    </dgm:pt>
    <dgm:pt modelId="{E7B4C544-2232-4A1E-B401-DC1FB5EC711E}" type="pres">
      <dgm:prSet presAssocID="{51D8543E-0D8D-4BB6-B623-260C2C290158}" presName="Name17" presStyleLbl="parChTrans1D3" presStyleIdx="1" presStyleCnt="10"/>
      <dgm:spPr/>
    </dgm:pt>
    <dgm:pt modelId="{25CFE222-A790-4665-B3EF-65E3DA2D2439}" type="pres">
      <dgm:prSet presAssocID="{92A1B3B6-37CB-41E6-A5D1-D69A385EBCCB}" presName="hierRoot3" presStyleCnt="0"/>
      <dgm:spPr/>
    </dgm:pt>
    <dgm:pt modelId="{9F8A8474-7225-4A03-B9E7-B8C57501AECA}" type="pres">
      <dgm:prSet presAssocID="{92A1B3B6-37CB-41E6-A5D1-D69A385EBCCB}" presName="composite3" presStyleCnt="0"/>
      <dgm:spPr/>
    </dgm:pt>
    <dgm:pt modelId="{09EF86B5-0106-45D8-A37A-8272432675B2}" type="pres">
      <dgm:prSet presAssocID="{92A1B3B6-37CB-41E6-A5D1-D69A385EBCCB}" presName="background3" presStyleLbl="node3" presStyleIdx="1" presStyleCnt="10"/>
      <dgm:spPr/>
    </dgm:pt>
    <dgm:pt modelId="{A2189112-8725-40DB-AC33-4AF82B67FB52}" type="pres">
      <dgm:prSet presAssocID="{92A1B3B6-37CB-41E6-A5D1-D69A385EBCCB}" presName="text3" presStyleLbl="fgAcc3" presStyleIdx="1" presStyleCnt="10">
        <dgm:presLayoutVars>
          <dgm:chPref val="3"/>
        </dgm:presLayoutVars>
      </dgm:prSet>
      <dgm:spPr/>
    </dgm:pt>
    <dgm:pt modelId="{08B33103-F495-4033-B552-FED4E1DDCCDB}" type="pres">
      <dgm:prSet presAssocID="{92A1B3B6-37CB-41E6-A5D1-D69A385EBCCB}" presName="hierChild4" presStyleCnt="0"/>
      <dgm:spPr/>
    </dgm:pt>
    <dgm:pt modelId="{FEE703C2-20DC-4AFF-81CB-8C0BEA710B9C}" type="pres">
      <dgm:prSet presAssocID="{6FE5611B-F5CA-4CA1-B392-062E5AB8409B}" presName="Name17" presStyleLbl="parChTrans1D3" presStyleIdx="2" presStyleCnt="10"/>
      <dgm:spPr/>
    </dgm:pt>
    <dgm:pt modelId="{AA1A0ED9-B32D-4059-946F-CF842BC1BE13}" type="pres">
      <dgm:prSet presAssocID="{1F8EC5F2-C198-45CF-885C-69C311E4DDA3}" presName="hierRoot3" presStyleCnt="0"/>
      <dgm:spPr/>
    </dgm:pt>
    <dgm:pt modelId="{F9E39C40-2D7E-4B17-86E6-A4565D623145}" type="pres">
      <dgm:prSet presAssocID="{1F8EC5F2-C198-45CF-885C-69C311E4DDA3}" presName="composite3" presStyleCnt="0"/>
      <dgm:spPr/>
    </dgm:pt>
    <dgm:pt modelId="{67E36076-56CD-4617-8C33-8129A70709BF}" type="pres">
      <dgm:prSet presAssocID="{1F8EC5F2-C198-45CF-885C-69C311E4DDA3}" presName="background3" presStyleLbl="node3" presStyleIdx="2" presStyleCnt="10"/>
      <dgm:spPr/>
    </dgm:pt>
    <dgm:pt modelId="{A0415072-94B4-46F1-A68E-C484A9D5AC89}" type="pres">
      <dgm:prSet presAssocID="{1F8EC5F2-C198-45CF-885C-69C311E4DDA3}" presName="text3" presStyleLbl="fgAcc3" presStyleIdx="2" presStyleCnt="10">
        <dgm:presLayoutVars>
          <dgm:chPref val="3"/>
        </dgm:presLayoutVars>
      </dgm:prSet>
      <dgm:spPr/>
    </dgm:pt>
    <dgm:pt modelId="{F6DC5079-F6C3-448A-B3D3-2C4D70C4E606}" type="pres">
      <dgm:prSet presAssocID="{1F8EC5F2-C198-45CF-885C-69C311E4DDA3}" presName="hierChild4" presStyleCnt="0"/>
      <dgm:spPr/>
    </dgm:pt>
    <dgm:pt modelId="{4B156BB6-75F7-4C12-AFF6-ED325E8592FF}" type="pres">
      <dgm:prSet presAssocID="{45DBE9EE-D192-4B8F-91BA-79F4D8BC6298}" presName="Name10" presStyleLbl="parChTrans1D2" presStyleIdx="1" presStyleCnt="5"/>
      <dgm:spPr/>
    </dgm:pt>
    <dgm:pt modelId="{CEA2AD5C-9EB5-4AE6-8270-0BFA6F2654B3}" type="pres">
      <dgm:prSet presAssocID="{47BD8329-5F77-4A9B-AAE2-823277DD4F39}" presName="hierRoot2" presStyleCnt="0"/>
      <dgm:spPr/>
    </dgm:pt>
    <dgm:pt modelId="{5FC25EF6-2878-4B73-B029-CB6EA48C7D2A}" type="pres">
      <dgm:prSet presAssocID="{47BD8329-5F77-4A9B-AAE2-823277DD4F39}" presName="composite2" presStyleCnt="0"/>
      <dgm:spPr/>
    </dgm:pt>
    <dgm:pt modelId="{DCC940D5-7463-4D2D-88F6-B2BFB5910BFE}" type="pres">
      <dgm:prSet presAssocID="{47BD8329-5F77-4A9B-AAE2-823277DD4F39}" presName="background2" presStyleLbl="node2" presStyleIdx="1" presStyleCnt="5"/>
      <dgm:spPr/>
    </dgm:pt>
    <dgm:pt modelId="{1A6D62BF-3B8E-4A53-9F4B-4981983FA461}" type="pres">
      <dgm:prSet presAssocID="{47BD8329-5F77-4A9B-AAE2-823277DD4F39}" presName="text2" presStyleLbl="fgAcc2" presStyleIdx="1" presStyleCnt="5">
        <dgm:presLayoutVars>
          <dgm:chPref val="3"/>
        </dgm:presLayoutVars>
      </dgm:prSet>
      <dgm:spPr/>
    </dgm:pt>
    <dgm:pt modelId="{015C3AE3-E172-4B89-8387-0B8A5C426D7F}" type="pres">
      <dgm:prSet presAssocID="{47BD8329-5F77-4A9B-AAE2-823277DD4F39}" presName="hierChild3" presStyleCnt="0"/>
      <dgm:spPr/>
    </dgm:pt>
    <dgm:pt modelId="{665FFE69-1EF2-4D5E-9021-ED7A9CE4725E}" type="pres">
      <dgm:prSet presAssocID="{FF50E9F2-7F0E-4BD5-B2FD-A97630C7E0CC}" presName="Name17" presStyleLbl="parChTrans1D3" presStyleIdx="3" presStyleCnt="10"/>
      <dgm:spPr/>
    </dgm:pt>
    <dgm:pt modelId="{53C69DD3-D6ED-4822-B21F-B0CBD26F1D1B}" type="pres">
      <dgm:prSet presAssocID="{D5C374FB-4CC3-43A0-A157-E7CEEFFB7F98}" presName="hierRoot3" presStyleCnt="0"/>
      <dgm:spPr/>
    </dgm:pt>
    <dgm:pt modelId="{BACAF386-975A-41EF-9BD4-56AF5CD898C5}" type="pres">
      <dgm:prSet presAssocID="{D5C374FB-4CC3-43A0-A157-E7CEEFFB7F98}" presName="composite3" presStyleCnt="0"/>
      <dgm:spPr/>
    </dgm:pt>
    <dgm:pt modelId="{83551F86-6BEC-4056-8967-1E6350211608}" type="pres">
      <dgm:prSet presAssocID="{D5C374FB-4CC3-43A0-A157-E7CEEFFB7F98}" presName="background3" presStyleLbl="node3" presStyleIdx="3" presStyleCnt="10"/>
      <dgm:spPr/>
    </dgm:pt>
    <dgm:pt modelId="{53F04575-D564-4FE1-85EB-2FC2C23D9832}" type="pres">
      <dgm:prSet presAssocID="{D5C374FB-4CC3-43A0-A157-E7CEEFFB7F98}" presName="text3" presStyleLbl="fgAcc3" presStyleIdx="3" presStyleCnt="10">
        <dgm:presLayoutVars>
          <dgm:chPref val="3"/>
        </dgm:presLayoutVars>
      </dgm:prSet>
      <dgm:spPr/>
    </dgm:pt>
    <dgm:pt modelId="{451F1E19-F47C-4E2A-9C3F-0266B54B2E43}" type="pres">
      <dgm:prSet presAssocID="{D5C374FB-4CC3-43A0-A157-E7CEEFFB7F98}" presName="hierChild4" presStyleCnt="0"/>
      <dgm:spPr/>
    </dgm:pt>
    <dgm:pt modelId="{24F5B057-71B9-421E-8DF6-9F2567DB0E0B}" type="pres">
      <dgm:prSet presAssocID="{FF8B27DF-C7CC-4232-82B9-4DF0CF6FE526}" presName="Name17" presStyleLbl="parChTrans1D3" presStyleIdx="4" presStyleCnt="10"/>
      <dgm:spPr/>
    </dgm:pt>
    <dgm:pt modelId="{D1F86A37-EA93-44EA-A5C1-9290037875A0}" type="pres">
      <dgm:prSet presAssocID="{4AD57BC1-8068-4950-B9C2-CB127E7F8B0A}" presName="hierRoot3" presStyleCnt="0"/>
      <dgm:spPr/>
    </dgm:pt>
    <dgm:pt modelId="{4CC882B7-660B-4ED4-A4FF-F34F6946C853}" type="pres">
      <dgm:prSet presAssocID="{4AD57BC1-8068-4950-B9C2-CB127E7F8B0A}" presName="composite3" presStyleCnt="0"/>
      <dgm:spPr/>
    </dgm:pt>
    <dgm:pt modelId="{35DADB0D-1450-43C4-90C0-D9AAE014D66E}" type="pres">
      <dgm:prSet presAssocID="{4AD57BC1-8068-4950-B9C2-CB127E7F8B0A}" presName="background3" presStyleLbl="node3" presStyleIdx="4" presStyleCnt="10"/>
      <dgm:spPr/>
    </dgm:pt>
    <dgm:pt modelId="{5F5BDCC0-EA6F-49E5-825A-D97476BF2471}" type="pres">
      <dgm:prSet presAssocID="{4AD57BC1-8068-4950-B9C2-CB127E7F8B0A}" presName="text3" presStyleLbl="fgAcc3" presStyleIdx="4" presStyleCnt="10">
        <dgm:presLayoutVars>
          <dgm:chPref val="3"/>
        </dgm:presLayoutVars>
      </dgm:prSet>
      <dgm:spPr/>
    </dgm:pt>
    <dgm:pt modelId="{63163FF4-312D-40AD-A467-9A8FD5FA85D3}" type="pres">
      <dgm:prSet presAssocID="{4AD57BC1-8068-4950-B9C2-CB127E7F8B0A}" presName="hierChild4" presStyleCnt="0"/>
      <dgm:spPr/>
    </dgm:pt>
    <dgm:pt modelId="{E18009A2-5F8D-4F42-8B76-57E8679BE2B2}" type="pres">
      <dgm:prSet presAssocID="{A3B87FE0-FB86-42F6-B734-A0FA0CCDEC69}" presName="Name10" presStyleLbl="parChTrans1D2" presStyleIdx="2" presStyleCnt="5"/>
      <dgm:spPr/>
    </dgm:pt>
    <dgm:pt modelId="{C9DED783-AC38-465B-AC82-39F08BF6EBFB}" type="pres">
      <dgm:prSet presAssocID="{3DCD3C68-5CCC-4B6C-8210-EBDE614465FA}" presName="hierRoot2" presStyleCnt="0"/>
      <dgm:spPr/>
    </dgm:pt>
    <dgm:pt modelId="{A48C7733-468C-44A7-BAB4-9CD3AA04952C}" type="pres">
      <dgm:prSet presAssocID="{3DCD3C68-5CCC-4B6C-8210-EBDE614465FA}" presName="composite2" presStyleCnt="0"/>
      <dgm:spPr/>
    </dgm:pt>
    <dgm:pt modelId="{6ACEB120-538E-4FC7-8C11-FAB5EC135D87}" type="pres">
      <dgm:prSet presAssocID="{3DCD3C68-5CCC-4B6C-8210-EBDE614465FA}" presName="background2" presStyleLbl="node2" presStyleIdx="2" presStyleCnt="5"/>
      <dgm:spPr/>
    </dgm:pt>
    <dgm:pt modelId="{C2F0C7C1-DD62-42B1-B464-5FE6B1EEB697}" type="pres">
      <dgm:prSet presAssocID="{3DCD3C68-5CCC-4B6C-8210-EBDE614465FA}" presName="text2" presStyleLbl="fgAcc2" presStyleIdx="2" presStyleCnt="5">
        <dgm:presLayoutVars>
          <dgm:chPref val="3"/>
        </dgm:presLayoutVars>
      </dgm:prSet>
      <dgm:spPr/>
    </dgm:pt>
    <dgm:pt modelId="{015DA67C-E315-4DA4-9137-49EB8B2EC9D6}" type="pres">
      <dgm:prSet presAssocID="{3DCD3C68-5CCC-4B6C-8210-EBDE614465FA}" presName="hierChild3" presStyleCnt="0"/>
      <dgm:spPr/>
    </dgm:pt>
    <dgm:pt modelId="{BD001306-06AA-40BA-804B-4532CA2DCAEC}" type="pres">
      <dgm:prSet presAssocID="{21100ABB-D7D6-466D-8CFE-C93DD4787F90}" presName="Name17" presStyleLbl="parChTrans1D3" presStyleIdx="5" presStyleCnt="10"/>
      <dgm:spPr/>
    </dgm:pt>
    <dgm:pt modelId="{CEC8382B-8A29-4BB6-9792-CED1855D812B}" type="pres">
      <dgm:prSet presAssocID="{0AFE60DF-E0B9-4A71-BBFF-D1656875916A}" presName="hierRoot3" presStyleCnt="0"/>
      <dgm:spPr/>
    </dgm:pt>
    <dgm:pt modelId="{1DD7E8FA-B121-4514-A53D-C13071BE95D5}" type="pres">
      <dgm:prSet presAssocID="{0AFE60DF-E0B9-4A71-BBFF-D1656875916A}" presName="composite3" presStyleCnt="0"/>
      <dgm:spPr/>
    </dgm:pt>
    <dgm:pt modelId="{78D4EDBC-8EA3-43C0-B139-00488716957F}" type="pres">
      <dgm:prSet presAssocID="{0AFE60DF-E0B9-4A71-BBFF-D1656875916A}" presName="background3" presStyleLbl="node3" presStyleIdx="5" presStyleCnt="10"/>
      <dgm:spPr/>
    </dgm:pt>
    <dgm:pt modelId="{B6DB2DF8-EE62-4818-869A-E99E731C72DA}" type="pres">
      <dgm:prSet presAssocID="{0AFE60DF-E0B9-4A71-BBFF-D1656875916A}" presName="text3" presStyleLbl="fgAcc3" presStyleIdx="5" presStyleCnt="10">
        <dgm:presLayoutVars>
          <dgm:chPref val="3"/>
        </dgm:presLayoutVars>
      </dgm:prSet>
      <dgm:spPr/>
    </dgm:pt>
    <dgm:pt modelId="{81A7B628-0138-4E71-8E1A-ACE4924BF2CD}" type="pres">
      <dgm:prSet presAssocID="{0AFE60DF-E0B9-4A71-BBFF-D1656875916A}" presName="hierChild4" presStyleCnt="0"/>
      <dgm:spPr/>
    </dgm:pt>
    <dgm:pt modelId="{FF351641-B414-4038-9A08-43C5631536F5}" type="pres">
      <dgm:prSet presAssocID="{DE4A2608-598B-477D-A04F-078FD24BDAAF}" presName="Name17" presStyleLbl="parChTrans1D3" presStyleIdx="6" presStyleCnt="10"/>
      <dgm:spPr/>
    </dgm:pt>
    <dgm:pt modelId="{B7AFBC13-7F17-44ED-B1D6-0AF00C6DD023}" type="pres">
      <dgm:prSet presAssocID="{580FBBBF-16F0-4674-8D91-C35715EA88B9}" presName="hierRoot3" presStyleCnt="0"/>
      <dgm:spPr/>
    </dgm:pt>
    <dgm:pt modelId="{32C87BA1-638A-414A-80BF-B0EFF60D1840}" type="pres">
      <dgm:prSet presAssocID="{580FBBBF-16F0-4674-8D91-C35715EA88B9}" presName="composite3" presStyleCnt="0"/>
      <dgm:spPr/>
    </dgm:pt>
    <dgm:pt modelId="{BD6D1C93-9265-4C1D-B370-4AE13A3E195E}" type="pres">
      <dgm:prSet presAssocID="{580FBBBF-16F0-4674-8D91-C35715EA88B9}" presName="background3" presStyleLbl="node3" presStyleIdx="6" presStyleCnt="10"/>
      <dgm:spPr/>
    </dgm:pt>
    <dgm:pt modelId="{B0EE0772-ADE0-4614-BEDA-C58B842ABA96}" type="pres">
      <dgm:prSet presAssocID="{580FBBBF-16F0-4674-8D91-C35715EA88B9}" presName="text3" presStyleLbl="fgAcc3" presStyleIdx="6" presStyleCnt="10">
        <dgm:presLayoutVars>
          <dgm:chPref val="3"/>
        </dgm:presLayoutVars>
      </dgm:prSet>
      <dgm:spPr/>
    </dgm:pt>
    <dgm:pt modelId="{FE2E3454-76FA-4A35-838D-7C565888E4D9}" type="pres">
      <dgm:prSet presAssocID="{580FBBBF-16F0-4674-8D91-C35715EA88B9}" presName="hierChild4" presStyleCnt="0"/>
      <dgm:spPr/>
    </dgm:pt>
    <dgm:pt modelId="{8404CA75-E78B-4D39-9379-72D1AC7984C6}" type="pres">
      <dgm:prSet presAssocID="{6F7CF5D0-45A3-4B17-AFE3-1A2FA5A785D4}" presName="Name10" presStyleLbl="parChTrans1D2" presStyleIdx="3" presStyleCnt="5"/>
      <dgm:spPr/>
    </dgm:pt>
    <dgm:pt modelId="{4B30AE0F-AB28-493C-BAD8-510D4E9C4E5B}" type="pres">
      <dgm:prSet presAssocID="{223EDFC2-101A-465C-91CC-5CBC88B845F5}" presName="hierRoot2" presStyleCnt="0"/>
      <dgm:spPr/>
    </dgm:pt>
    <dgm:pt modelId="{124DE2FA-3776-47F2-BDFD-D3079519A161}" type="pres">
      <dgm:prSet presAssocID="{223EDFC2-101A-465C-91CC-5CBC88B845F5}" presName="composite2" presStyleCnt="0"/>
      <dgm:spPr/>
    </dgm:pt>
    <dgm:pt modelId="{62CE5919-B527-4BB9-B1B4-27A2537FC56A}" type="pres">
      <dgm:prSet presAssocID="{223EDFC2-101A-465C-91CC-5CBC88B845F5}" presName="background2" presStyleLbl="node2" presStyleIdx="3" presStyleCnt="5"/>
      <dgm:spPr/>
    </dgm:pt>
    <dgm:pt modelId="{74CDF3CC-9C79-4607-8373-EAE093C96439}" type="pres">
      <dgm:prSet presAssocID="{223EDFC2-101A-465C-91CC-5CBC88B845F5}" presName="text2" presStyleLbl="fgAcc2" presStyleIdx="3" presStyleCnt="5">
        <dgm:presLayoutVars>
          <dgm:chPref val="3"/>
        </dgm:presLayoutVars>
      </dgm:prSet>
      <dgm:spPr/>
    </dgm:pt>
    <dgm:pt modelId="{0FAEE979-FAAC-4425-B974-0A74640F1281}" type="pres">
      <dgm:prSet presAssocID="{223EDFC2-101A-465C-91CC-5CBC88B845F5}" presName="hierChild3" presStyleCnt="0"/>
      <dgm:spPr/>
    </dgm:pt>
    <dgm:pt modelId="{FC18F7B9-C5A4-48BB-8182-D47BE0458992}" type="pres">
      <dgm:prSet presAssocID="{1588B8E4-B568-4B4B-A7C9-CEBE3380E703}" presName="Name17" presStyleLbl="parChTrans1D3" presStyleIdx="7" presStyleCnt="10"/>
      <dgm:spPr/>
    </dgm:pt>
    <dgm:pt modelId="{B9A4AF1F-3905-4DEA-97C0-6C06326E2453}" type="pres">
      <dgm:prSet presAssocID="{367F2A40-8B3E-45D5-A4DF-20B87A68A1DB}" presName="hierRoot3" presStyleCnt="0"/>
      <dgm:spPr/>
    </dgm:pt>
    <dgm:pt modelId="{CA9C2CF6-CF0B-4AAE-BC41-D6FBC9429CA5}" type="pres">
      <dgm:prSet presAssocID="{367F2A40-8B3E-45D5-A4DF-20B87A68A1DB}" presName="composite3" presStyleCnt="0"/>
      <dgm:spPr/>
    </dgm:pt>
    <dgm:pt modelId="{35B36DEA-0819-4B55-9DED-031F1C330053}" type="pres">
      <dgm:prSet presAssocID="{367F2A40-8B3E-45D5-A4DF-20B87A68A1DB}" presName="background3" presStyleLbl="node3" presStyleIdx="7" presStyleCnt="10"/>
      <dgm:spPr/>
    </dgm:pt>
    <dgm:pt modelId="{ACBC2458-C0A8-4622-817D-056BEC5C1600}" type="pres">
      <dgm:prSet presAssocID="{367F2A40-8B3E-45D5-A4DF-20B87A68A1DB}" presName="text3" presStyleLbl="fgAcc3" presStyleIdx="7" presStyleCnt="10">
        <dgm:presLayoutVars>
          <dgm:chPref val="3"/>
        </dgm:presLayoutVars>
      </dgm:prSet>
      <dgm:spPr/>
    </dgm:pt>
    <dgm:pt modelId="{23780A9D-8A5F-4396-BD3C-19C3FFB71E2B}" type="pres">
      <dgm:prSet presAssocID="{367F2A40-8B3E-45D5-A4DF-20B87A68A1DB}" presName="hierChild4" presStyleCnt="0"/>
      <dgm:spPr/>
    </dgm:pt>
    <dgm:pt modelId="{2182D76C-BA77-4A0D-BC74-8D9131DB8493}" type="pres">
      <dgm:prSet presAssocID="{B61E0C26-211E-4CAA-89C9-45E27BE848E9}" presName="Name17" presStyleLbl="parChTrans1D3" presStyleIdx="8" presStyleCnt="10"/>
      <dgm:spPr/>
    </dgm:pt>
    <dgm:pt modelId="{DC724AF9-E016-4D0D-A7B1-F00FD720256B}" type="pres">
      <dgm:prSet presAssocID="{FC90D37E-96F7-44D5-84F7-43C0786AF5B4}" presName="hierRoot3" presStyleCnt="0"/>
      <dgm:spPr/>
    </dgm:pt>
    <dgm:pt modelId="{CEBA1C89-CAA7-4C7E-A365-47A1131F0675}" type="pres">
      <dgm:prSet presAssocID="{FC90D37E-96F7-44D5-84F7-43C0786AF5B4}" presName="composite3" presStyleCnt="0"/>
      <dgm:spPr/>
    </dgm:pt>
    <dgm:pt modelId="{A433BD77-DA94-45EB-8B85-E73E3FB2A169}" type="pres">
      <dgm:prSet presAssocID="{FC90D37E-96F7-44D5-84F7-43C0786AF5B4}" presName="background3" presStyleLbl="node3" presStyleIdx="8" presStyleCnt="10"/>
      <dgm:spPr/>
    </dgm:pt>
    <dgm:pt modelId="{2C6305B3-8DFA-4BAE-9C63-B34882AF66A8}" type="pres">
      <dgm:prSet presAssocID="{FC90D37E-96F7-44D5-84F7-43C0786AF5B4}" presName="text3" presStyleLbl="fgAcc3" presStyleIdx="8" presStyleCnt="10">
        <dgm:presLayoutVars>
          <dgm:chPref val="3"/>
        </dgm:presLayoutVars>
      </dgm:prSet>
      <dgm:spPr/>
    </dgm:pt>
    <dgm:pt modelId="{1E360B58-4280-4BEB-923A-06CEE9C271A2}" type="pres">
      <dgm:prSet presAssocID="{FC90D37E-96F7-44D5-84F7-43C0786AF5B4}" presName="hierChild4" presStyleCnt="0"/>
      <dgm:spPr/>
    </dgm:pt>
    <dgm:pt modelId="{78C31CE5-90BE-40AE-9DB7-A33B77EF0E31}" type="pres">
      <dgm:prSet presAssocID="{E3CF8399-F1DB-4465-BE2C-1AD2007AFC20}" presName="Name10" presStyleLbl="parChTrans1D2" presStyleIdx="4" presStyleCnt="5"/>
      <dgm:spPr/>
    </dgm:pt>
    <dgm:pt modelId="{472ED645-92E3-4A62-B014-BA46C4B905AE}" type="pres">
      <dgm:prSet presAssocID="{89A458C0-457D-49CD-A46A-987BB9AF4026}" presName="hierRoot2" presStyleCnt="0"/>
      <dgm:spPr/>
    </dgm:pt>
    <dgm:pt modelId="{0EDEBF23-8959-43E3-9424-6393F9F95FB3}" type="pres">
      <dgm:prSet presAssocID="{89A458C0-457D-49CD-A46A-987BB9AF4026}" presName="composite2" presStyleCnt="0"/>
      <dgm:spPr/>
    </dgm:pt>
    <dgm:pt modelId="{ED6B1C2C-246C-43A4-A934-29193803A7E8}" type="pres">
      <dgm:prSet presAssocID="{89A458C0-457D-49CD-A46A-987BB9AF4026}" presName="background2" presStyleLbl="node2" presStyleIdx="4" presStyleCnt="5"/>
      <dgm:spPr/>
    </dgm:pt>
    <dgm:pt modelId="{6EA2854D-362B-4B53-B74A-C66B1C104751}" type="pres">
      <dgm:prSet presAssocID="{89A458C0-457D-49CD-A46A-987BB9AF4026}" presName="text2" presStyleLbl="fgAcc2" presStyleIdx="4" presStyleCnt="5">
        <dgm:presLayoutVars>
          <dgm:chPref val="3"/>
        </dgm:presLayoutVars>
      </dgm:prSet>
      <dgm:spPr/>
    </dgm:pt>
    <dgm:pt modelId="{518C51E5-A706-43B1-97BA-AE43548745A9}" type="pres">
      <dgm:prSet presAssocID="{89A458C0-457D-49CD-A46A-987BB9AF4026}" presName="hierChild3" presStyleCnt="0"/>
      <dgm:spPr/>
    </dgm:pt>
    <dgm:pt modelId="{63E7D44D-B319-4C9A-9EAE-F34543DB268F}" type="pres">
      <dgm:prSet presAssocID="{5CCDCB7D-CBBD-4BA3-9CD5-3DDFDCA01376}" presName="Name17" presStyleLbl="parChTrans1D3" presStyleIdx="9" presStyleCnt="10"/>
      <dgm:spPr/>
    </dgm:pt>
    <dgm:pt modelId="{556D4FB1-024B-4521-9256-E614DFFA74B9}" type="pres">
      <dgm:prSet presAssocID="{90DF31B8-4529-4A98-A436-58363A182CB1}" presName="hierRoot3" presStyleCnt="0"/>
      <dgm:spPr/>
    </dgm:pt>
    <dgm:pt modelId="{672820CC-1A3D-4472-8F10-1AAEFC9B3A9B}" type="pres">
      <dgm:prSet presAssocID="{90DF31B8-4529-4A98-A436-58363A182CB1}" presName="composite3" presStyleCnt="0"/>
      <dgm:spPr/>
    </dgm:pt>
    <dgm:pt modelId="{C633FAB7-00AB-4021-98F7-4224ADFE8EEF}" type="pres">
      <dgm:prSet presAssocID="{90DF31B8-4529-4A98-A436-58363A182CB1}" presName="background3" presStyleLbl="node3" presStyleIdx="9" presStyleCnt="10"/>
      <dgm:spPr/>
    </dgm:pt>
    <dgm:pt modelId="{CB0177DB-0B31-4C69-AB62-DB0FEEE009A1}" type="pres">
      <dgm:prSet presAssocID="{90DF31B8-4529-4A98-A436-58363A182CB1}" presName="text3" presStyleLbl="fgAcc3" presStyleIdx="9" presStyleCnt="10">
        <dgm:presLayoutVars>
          <dgm:chPref val="3"/>
        </dgm:presLayoutVars>
      </dgm:prSet>
      <dgm:spPr/>
    </dgm:pt>
    <dgm:pt modelId="{8139C42B-D1B0-4171-AD15-E5B39349A3C6}" type="pres">
      <dgm:prSet presAssocID="{90DF31B8-4529-4A98-A436-58363A182CB1}" presName="hierChild4" presStyleCnt="0"/>
      <dgm:spPr/>
    </dgm:pt>
    <dgm:pt modelId="{B26F6016-5400-4C31-BD10-F5F266E46119}" type="pres">
      <dgm:prSet presAssocID="{175570DB-A10C-43E2-90F6-6F067368E308}" presName="Name23" presStyleLbl="parChTrans1D4" presStyleIdx="1" presStyleCnt="5"/>
      <dgm:spPr/>
    </dgm:pt>
    <dgm:pt modelId="{4FB1C476-E9AC-424A-A5FD-203AAA24E097}" type="pres">
      <dgm:prSet presAssocID="{12F6F6CA-31C3-4B13-8177-DBA43D94ABF3}" presName="hierRoot4" presStyleCnt="0"/>
      <dgm:spPr/>
    </dgm:pt>
    <dgm:pt modelId="{F8D74EA5-1337-4EAD-8BDC-DD9F6FA523B6}" type="pres">
      <dgm:prSet presAssocID="{12F6F6CA-31C3-4B13-8177-DBA43D94ABF3}" presName="composite4" presStyleCnt="0"/>
      <dgm:spPr/>
    </dgm:pt>
    <dgm:pt modelId="{413A1BBF-268A-47D7-AC67-48ACB7118A4B}" type="pres">
      <dgm:prSet presAssocID="{12F6F6CA-31C3-4B13-8177-DBA43D94ABF3}" presName="background4" presStyleLbl="node4" presStyleIdx="1" presStyleCnt="5"/>
      <dgm:spPr/>
    </dgm:pt>
    <dgm:pt modelId="{A25ED7AD-16DD-41BC-A8D2-93E0D8025753}" type="pres">
      <dgm:prSet presAssocID="{12F6F6CA-31C3-4B13-8177-DBA43D94ABF3}" presName="text4" presStyleLbl="fgAcc4" presStyleIdx="1" presStyleCnt="5">
        <dgm:presLayoutVars>
          <dgm:chPref val="3"/>
        </dgm:presLayoutVars>
      </dgm:prSet>
      <dgm:spPr/>
    </dgm:pt>
    <dgm:pt modelId="{7230C370-1F89-45CC-8F1A-0BD7966F4AA6}" type="pres">
      <dgm:prSet presAssocID="{12F6F6CA-31C3-4B13-8177-DBA43D94ABF3}" presName="hierChild5" presStyleCnt="0"/>
      <dgm:spPr/>
    </dgm:pt>
    <dgm:pt modelId="{0812765B-75A8-4656-8F6D-87E7420F548E}" type="pres">
      <dgm:prSet presAssocID="{80F33D4C-855C-45E2-ACA8-3F1CF6B43961}" presName="Name23" presStyleLbl="parChTrans1D4" presStyleIdx="2" presStyleCnt="5"/>
      <dgm:spPr/>
    </dgm:pt>
    <dgm:pt modelId="{3D89EEB7-D229-4636-A54E-550A84745A92}" type="pres">
      <dgm:prSet presAssocID="{ADEDC32C-2563-4712-BFA4-B96E4E6439E0}" presName="hierRoot4" presStyleCnt="0"/>
      <dgm:spPr/>
    </dgm:pt>
    <dgm:pt modelId="{E5490E85-1C06-44AD-88A2-00C53C76115C}" type="pres">
      <dgm:prSet presAssocID="{ADEDC32C-2563-4712-BFA4-B96E4E6439E0}" presName="composite4" presStyleCnt="0"/>
      <dgm:spPr/>
    </dgm:pt>
    <dgm:pt modelId="{977263D8-8575-4FD4-A9E8-32679C254461}" type="pres">
      <dgm:prSet presAssocID="{ADEDC32C-2563-4712-BFA4-B96E4E6439E0}" presName="background4" presStyleLbl="node4" presStyleIdx="2" presStyleCnt="5"/>
      <dgm:spPr/>
    </dgm:pt>
    <dgm:pt modelId="{3224457C-B536-411B-B319-A447F6FD8E35}" type="pres">
      <dgm:prSet presAssocID="{ADEDC32C-2563-4712-BFA4-B96E4E6439E0}" presName="text4" presStyleLbl="fgAcc4" presStyleIdx="2" presStyleCnt="5">
        <dgm:presLayoutVars>
          <dgm:chPref val="3"/>
        </dgm:presLayoutVars>
      </dgm:prSet>
      <dgm:spPr/>
    </dgm:pt>
    <dgm:pt modelId="{76AFF0C0-F980-4248-BFF2-64B456AED092}" type="pres">
      <dgm:prSet presAssocID="{ADEDC32C-2563-4712-BFA4-B96E4E6439E0}" presName="hierChild5" presStyleCnt="0"/>
      <dgm:spPr/>
    </dgm:pt>
    <dgm:pt modelId="{C4EE70B3-89D2-4B73-BC0F-2B6A1E8FF661}" type="pres">
      <dgm:prSet presAssocID="{DE4EAE3D-BBE5-4786-BBD4-8535D340D57C}" presName="Name23" presStyleLbl="parChTrans1D4" presStyleIdx="3" presStyleCnt="5"/>
      <dgm:spPr/>
    </dgm:pt>
    <dgm:pt modelId="{32556995-0352-44C0-95AB-D7ACB87C6255}" type="pres">
      <dgm:prSet presAssocID="{CAF76AFF-F7AF-4FEE-AC82-1B3BA72CD00E}" presName="hierRoot4" presStyleCnt="0"/>
      <dgm:spPr/>
    </dgm:pt>
    <dgm:pt modelId="{5F2C99F0-315B-477D-9B21-5FEDDCC3E7B3}" type="pres">
      <dgm:prSet presAssocID="{CAF76AFF-F7AF-4FEE-AC82-1B3BA72CD00E}" presName="composite4" presStyleCnt="0"/>
      <dgm:spPr/>
    </dgm:pt>
    <dgm:pt modelId="{88E0940D-8E93-457D-A99C-D1E86B126C8F}" type="pres">
      <dgm:prSet presAssocID="{CAF76AFF-F7AF-4FEE-AC82-1B3BA72CD00E}" presName="background4" presStyleLbl="node4" presStyleIdx="3" presStyleCnt="5"/>
      <dgm:spPr/>
    </dgm:pt>
    <dgm:pt modelId="{080661E1-B544-4462-BEC6-121CF3DD191D}" type="pres">
      <dgm:prSet presAssocID="{CAF76AFF-F7AF-4FEE-AC82-1B3BA72CD00E}" presName="text4" presStyleLbl="fgAcc4" presStyleIdx="3" presStyleCnt="5">
        <dgm:presLayoutVars>
          <dgm:chPref val="3"/>
        </dgm:presLayoutVars>
      </dgm:prSet>
      <dgm:spPr/>
    </dgm:pt>
    <dgm:pt modelId="{3DCA5619-F43D-4E51-9F2C-C73AD88E1706}" type="pres">
      <dgm:prSet presAssocID="{CAF76AFF-F7AF-4FEE-AC82-1B3BA72CD00E}" presName="hierChild5" presStyleCnt="0"/>
      <dgm:spPr/>
    </dgm:pt>
    <dgm:pt modelId="{122DBCEE-90C2-41F3-849B-81BC8B481568}" type="pres">
      <dgm:prSet presAssocID="{50AD5147-4526-4DB0-837E-A33362766A6C}" presName="Name23" presStyleLbl="parChTrans1D4" presStyleIdx="4" presStyleCnt="5"/>
      <dgm:spPr/>
    </dgm:pt>
    <dgm:pt modelId="{BC07DAC4-CF50-4506-940E-BE5DE4341136}" type="pres">
      <dgm:prSet presAssocID="{B16A3E72-91D7-47D8-9F69-C18A08C0AA91}" presName="hierRoot4" presStyleCnt="0"/>
      <dgm:spPr/>
    </dgm:pt>
    <dgm:pt modelId="{A6E3FA52-0182-4EED-8152-D0D464937CF2}" type="pres">
      <dgm:prSet presAssocID="{B16A3E72-91D7-47D8-9F69-C18A08C0AA91}" presName="composite4" presStyleCnt="0"/>
      <dgm:spPr/>
    </dgm:pt>
    <dgm:pt modelId="{7D97F12A-34EC-4B64-B23A-FEFF8F45A92E}" type="pres">
      <dgm:prSet presAssocID="{B16A3E72-91D7-47D8-9F69-C18A08C0AA91}" presName="background4" presStyleLbl="node4" presStyleIdx="4" presStyleCnt="5"/>
      <dgm:spPr/>
    </dgm:pt>
    <dgm:pt modelId="{9C549702-269A-49EF-9C86-72376C743F94}" type="pres">
      <dgm:prSet presAssocID="{B16A3E72-91D7-47D8-9F69-C18A08C0AA91}" presName="text4" presStyleLbl="fgAcc4" presStyleIdx="4" presStyleCnt="5">
        <dgm:presLayoutVars>
          <dgm:chPref val="3"/>
        </dgm:presLayoutVars>
      </dgm:prSet>
      <dgm:spPr/>
    </dgm:pt>
    <dgm:pt modelId="{0B45428E-DC5C-4FB1-866A-C0200244C7B1}" type="pres">
      <dgm:prSet presAssocID="{B16A3E72-91D7-47D8-9F69-C18A08C0AA91}" presName="hierChild5" presStyleCnt="0"/>
      <dgm:spPr/>
    </dgm:pt>
  </dgm:ptLst>
  <dgm:cxnLst>
    <dgm:cxn modelId="{DD2D2F05-C5CB-499E-AB7A-F2D29706E82D}" type="presOf" srcId="{DE4A2608-598B-477D-A04F-078FD24BDAAF}" destId="{FF351641-B414-4038-9A08-43C5631536F5}" srcOrd="0" destOrd="0" presId="urn:microsoft.com/office/officeart/2005/8/layout/hierarchy1"/>
    <dgm:cxn modelId="{07029105-041E-49EB-9350-B32C6650AD90}" srcId="{3DCD3C68-5CCC-4B6C-8210-EBDE614465FA}" destId="{0AFE60DF-E0B9-4A71-BBFF-D1656875916A}" srcOrd="0" destOrd="0" parTransId="{21100ABB-D7D6-466D-8CFE-C93DD4787F90}" sibTransId="{3951E849-79D9-4335-8066-4321CC6CC397}"/>
    <dgm:cxn modelId="{E264B30A-AE14-40F8-8B8E-017E253045BD}" type="presOf" srcId="{0AFE60DF-E0B9-4A71-BBFF-D1656875916A}" destId="{B6DB2DF8-EE62-4818-869A-E99E731C72DA}" srcOrd="0" destOrd="0" presId="urn:microsoft.com/office/officeart/2005/8/layout/hierarchy1"/>
    <dgm:cxn modelId="{0B841C22-9761-41F5-8B89-5060738D8190}" type="presOf" srcId="{89A458C0-457D-49CD-A46A-987BB9AF4026}" destId="{6EA2854D-362B-4B53-B74A-C66B1C104751}" srcOrd="0" destOrd="0" presId="urn:microsoft.com/office/officeart/2005/8/layout/hierarchy1"/>
    <dgm:cxn modelId="{0DB3F230-0D78-4A5F-80F6-8932D623C264}" type="presOf" srcId="{E3CF8399-F1DB-4465-BE2C-1AD2007AFC20}" destId="{78C31CE5-90BE-40AE-9DB7-A33B77EF0E31}" srcOrd="0" destOrd="0" presId="urn:microsoft.com/office/officeart/2005/8/layout/hierarchy1"/>
    <dgm:cxn modelId="{54F01937-181D-45F0-A6A0-65E4BE521B75}" type="presOf" srcId="{ADEDC32C-2563-4712-BFA4-B96E4E6439E0}" destId="{3224457C-B536-411B-B319-A447F6FD8E35}" srcOrd="0" destOrd="0" presId="urn:microsoft.com/office/officeart/2005/8/layout/hierarchy1"/>
    <dgm:cxn modelId="{47D88F3F-AEE0-456C-971B-AE96EF03B595}" type="presOf" srcId="{367F2A40-8B3E-45D5-A4DF-20B87A68A1DB}" destId="{ACBC2458-C0A8-4622-817D-056BEC5C1600}" srcOrd="0" destOrd="0" presId="urn:microsoft.com/office/officeart/2005/8/layout/hierarchy1"/>
    <dgm:cxn modelId="{48472640-1903-4431-A6CE-A9022454A4D2}" type="presOf" srcId="{4AD57BC1-8068-4950-B9C2-CB127E7F8B0A}" destId="{5F5BDCC0-EA6F-49E5-825A-D97476BF2471}" srcOrd="0" destOrd="0" presId="urn:microsoft.com/office/officeart/2005/8/layout/hierarchy1"/>
    <dgm:cxn modelId="{A044D75B-4391-48F3-B97A-FCC6115BB371}" srcId="{89A458C0-457D-49CD-A46A-987BB9AF4026}" destId="{90DF31B8-4529-4A98-A436-58363A182CB1}" srcOrd="0" destOrd="0" parTransId="{5CCDCB7D-CBBD-4BA3-9CD5-3DDFDCA01376}" sibTransId="{36F6E852-2564-43EB-899F-C197C153EB4E}"/>
    <dgm:cxn modelId="{EEEFD25D-E3B2-4040-9600-608A8D3F137F}" type="presOf" srcId="{51D8543E-0D8D-4BB6-B623-260C2C290158}" destId="{E7B4C544-2232-4A1E-B401-DC1FB5EC711E}" srcOrd="0" destOrd="0" presId="urn:microsoft.com/office/officeart/2005/8/layout/hierarchy1"/>
    <dgm:cxn modelId="{98C9A442-1783-4790-B97B-47CEB50516AC}" type="presOf" srcId="{FF50E9F2-7F0E-4BD5-B2FD-A97630C7E0CC}" destId="{665FFE69-1EF2-4D5E-9021-ED7A9CE4725E}" srcOrd="0" destOrd="0" presId="urn:microsoft.com/office/officeart/2005/8/layout/hierarchy1"/>
    <dgm:cxn modelId="{D4719F43-77AC-4F04-B4EC-43DFAA23C759}" type="presOf" srcId="{FC90D37E-96F7-44D5-84F7-43C0786AF5B4}" destId="{2C6305B3-8DFA-4BAE-9C63-B34882AF66A8}" srcOrd="0" destOrd="0" presId="urn:microsoft.com/office/officeart/2005/8/layout/hierarchy1"/>
    <dgm:cxn modelId="{9A346547-3D63-4AB1-959F-7E442B3C21B9}" type="presOf" srcId="{80F33D4C-855C-45E2-ACA8-3F1CF6B43961}" destId="{0812765B-75A8-4656-8F6D-87E7420F548E}" srcOrd="0" destOrd="0" presId="urn:microsoft.com/office/officeart/2005/8/layout/hierarchy1"/>
    <dgm:cxn modelId="{4CAF3568-C40C-473B-A941-464F03370F7E}" type="presOf" srcId="{2595F7AB-DA02-4F18-9621-0F79C486A749}" destId="{CD2C8DB7-8D43-487A-97CD-4450E81B0DD5}" srcOrd="0" destOrd="0" presId="urn:microsoft.com/office/officeart/2005/8/layout/hierarchy1"/>
    <dgm:cxn modelId="{FD1F376B-0CB2-475A-A1F6-2AD485DE99F5}" type="presOf" srcId="{47BD8329-5F77-4A9B-AAE2-823277DD4F39}" destId="{1A6D62BF-3B8E-4A53-9F4B-4981983FA461}" srcOrd="0" destOrd="0" presId="urn:microsoft.com/office/officeart/2005/8/layout/hierarchy1"/>
    <dgm:cxn modelId="{61AAF66B-4F38-426F-ABD2-2DFB2F6AEBDB}" srcId="{90DF31B8-4529-4A98-A436-58363A182CB1}" destId="{CAF76AFF-F7AF-4FEE-AC82-1B3BA72CD00E}" srcOrd="2" destOrd="0" parTransId="{DE4EAE3D-BBE5-4786-BBD4-8535D340D57C}" sibTransId="{2B5424A4-1A24-4F21-B537-BADADE63B5A0}"/>
    <dgm:cxn modelId="{A14EA26D-C91E-4540-89C4-5A9648ACE1B1}" type="presOf" srcId="{C753FDFA-CCA2-45E6-B192-DAD1C9EC51D3}" destId="{3DEEB2ED-10E8-43C9-8552-6159E39522B3}" srcOrd="0" destOrd="0" presId="urn:microsoft.com/office/officeart/2005/8/layout/hierarchy1"/>
    <dgm:cxn modelId="{93C11571-193A-45E6-A6BD-D408B1174524}" srcId="{5853270A-4ACD-413A-A4AC-6DE7B9CF241F}" destId="{C75F5BCF-FF52-48EF-859F-5F52F4AF19EF}" srcOrd="0" destOrd="0" parTransId="{D0916A84-98A6-4AB8-81BD-4322D30DE958}" sibTransId="{4DC13C14-7A94-4155-97EE-C3ED7EAFB2C2}"/>
    <dgm:cxn modelId="{9B0F5972-A091-45FA-9A73-67EE2086095D}" type="presOf" srcId="{C5AAEE84-F21F-4362-8ED1-A5B0FE336353}" destId="{60421A4E-DAC4-48F0-BA51-17A662564308}" srcOrd="0" destOrd="0" presId="urn:microsoft.com/office/officeart/2005/8/layout/hierarchy1"/>
    <dgm:cxn modelId="{4FF00254-4871-43DB-9E8E-6B70B12C4DF2}" srcId="{90DF31B8-4529-4A98-A436-58363A182CB1}" destId="{ADEDC32C-2563-4712-BFA4-B96E4E6439E0}" srcOrd="1" destOrd="0" parTransId="{80F33D4C-855C-45E2-ACA8-3F1CF6B43961}" sibTransId="{6DB738C6-D58F-451D-A8EC-04E0E9991A49}"/>
    <dgm:cxn modelId="{21D00474-7CD6-40FA-B10A-FC64EA8F5C29}" type="presOf" srcId="{C75F5BCF-FF52-48EF-859F-5F52F4AF19EF}" destId="{ADD14BB5-3C07-4A79-A2E2-4E121403092A}" srcOrd="0" destOrd="0" presId="urn:microsoft.com/office/officeart/2005/8/layout/hierarchy1"/>
    <dgm:cxn modelId="{0876FB75-48F7-4136-8BA9-4699BB96E52D}" type="presOf" srcId="{1F8EC5F2-C198-45CF-885C-69C311E4DDA3}" destId="{A0415072-94B4-46F1-A68E-C484A9D5AC89}" srcOrd="0" destOrd="0" presId="urn:microsoft.com/office/officeart/2005/8/layout/hierarchy1"/>
    <dgm:cxn modelId="{6DAD1B76-4C42-45C1-BD7B-A6DB9BAB5761}" srcId="{52A39678-6BB8-4A7E-8380-29647FC92B36}" destId="{5853270A-4ACD-413A-A4AC-6DE7B9CF241F}" srcOrd="0" destOrd="0" parTransId="{2595F7AB-DA02-4F18-9621-0F79C486A749}" sibTransId="{406763A5-A20B-422B-9470-73CFF70B0643}"/>
    <dgm:cxn modelId="{BA5B4E76-4207-4E9F-8A7D-28EFD77E1ABA}" type="presOf" srcId="{6FE5611B-F5CA-4CA1-B392-062E5AB8409B}" destId="{FEE703C2-20DC-4AFF-81CB-8C0BEA710B9C}" srcOrd="0" destOrd="0" presId="urn:microsoft.com/office/officeart/2005/8/layout/hierarchy1"/>
    <dgm:cxn modelId="{DD59657C-7276-4243-B415-95FAA8E9E573}" type="presOf" srcId="{B16A3E72-91D7-47D8-9F69-C18A08C0AA91}" destId="{9C549702-269A-49EF-9C86-72376C743F94}" srcOrd="0" destOrd="0" presId="urn:microsoft.com/office/officeart/2005/8/layout/hierarchy1"/>
    <dgm:cxn modelId="{3E861584-9170-4320-9328-ADF5FCB864A7}" type="presOf" srcId="{FF8B27DF-C7CC-4232-82B9-4DF0CF6FE526}" destId="{24F5B057-71B9-421E-8DF6-9F2567DB0E0B}" srcOrd="0" destOrd="0" presId="urn:microsoft.com/office/officeart/2005/8/layout/hierarchy1"/>
    <dgm:cxn modelId="{76927C90-4ED4-4F9E-ADFA-E83997E3BD6A}" type="presOf" srcId="{52A39678-6BB8-4A7E-8380-29647FC92B36}" destId="{B029EBC8-7A2B-49ED-A784-376785F0182B}" srcOrd="0" destOrd="0" presId="urn:microsoft.com/office/officeart/2005/8/layout/hierarchy1"/>
    <dgm:cxn modelId="{EC0F5C96-7140-4E96-92E9-F3DB2461DE8F}" srcId="{C753FDFA-CCA2-45E6-B192-DAD1C9EC51D3}" destId="{89A458C0-457D-49CD-A46A-987BB9AF4026}" srcOrd="4" destOrd="0" parTransId="{E3CF8399-F1DB-4465-BE2C-1AD2007AFC20}" sibTransId="{1D4FB464-9086-42AC-9433-860673BEFD6D}"/>
    <dgm:cxn modelId="{7371FA9B-CD02-4C8A-8F8E-CE8B812B8CFA}" srcId="{C753FDFA-CCA2-45E6-B192-DAD1C9EC51D3}" destId="{47BD8329-5F77-4A9B-AAE2-823277DD4F39}" srcOrd="1" destOrd="0" parTransId="{45DBE9EE-D192-4B8F-91BA-79F4D8BC6298}" sibTransId="{9FDB2A35-CD54-473A-93F0-61B89B02DFED}"/>
    <dgm:cxn modelId="{10AC849D-1CD3-4B14-B7CB-841F455EFA9B}" type="presOf" srcId="{A3B87FE0-FB86-42F6-B734-A0FA0CCDEC69}" destId="{E18009A2-5F8D-4F42-8B76-57E8679BE2B2}" srcOrd="0" destOrd="0" presId="urn:microsoft.com/office/officeart/2005/8/layout/hierarchy1"/>
    <dgm:cxn modelId="{D940AD9E-1AC2-4E34-A9C9-1533673A9E1A}" type="presOf" srcId="{5CCDCB7D-CBBD-4BA3-9CD5-3DDFDCA01376}" destId="{63E7D44D-B319-4C9A-9EAE-F34543DB268F}" srcOrd="0" destOrd="0" presId="urn:microsoft.com/office/officeart/2005/8/layout/hierarchy1"/>
    <dgm:cxn modelId="{6A7B3BA0-E874-4E1F-9B46-98D42729E308}" type="presOf" srcId="{92A1B3B6-37CB-41E6-A5D1-D69A385EBCCB}" destId="{A2189112-8725-40DB-AC33-4AF82B67FB52}" srcOrd="0" destOrd="0" presId="urn:microsoft.com/office/officeart/2005/8/layout/hierarchy1"/>
    <dgm:cxn modelId="{F294ACA0-9B6D-4E12-8DF2-F8CA5A2C4E92}" type="presOf" srcId="{21100ABB-D7D6-466D-8CFE-C93DD4787F90}" destId="{BD001306-06AA-40BA-804B-4532CA2DCAEC}" srcOrd="0" destOrd="0" presId="urn:microsoft.com/office/officeart/2005/8/layout/hierarchy1"/>
    <dgm:cxn modelId="{DBBE04A4-A31F-43EC-AF43-3E6C0EA1C57E}" type="presOf" srcId="{50AD5147-4526-4DB0-837E-A33362766A6C}" destId="{122DBCEE-90C2-41F3-849B-81BC8B481568}" srcOrd="0" destOrd="0" presId="urn:microsoft.com/office/officeart/2005/8/layout/hierarchy1"/>
    <dgm:cxn modelId="{319134A6-8F43-4823-B3E6-7E75DE544029}" type="presOf" srcId="{3DCD3C68-5CCC-4B6C-8210-EBDE614465FA}" destId="{C2F0C7C1-DD62-42B1-B464-5FE6B1EEB697}" srcOrd="0" destOrd="0" presId="urn:microsoft.com/office/officeart/2005/8/layout/hierarchy1"/>
    <dgm:cxn modelId="{277F3BA6-058D-498C-A87C-A7FA980B5BCD}" type="presOf" srcId="{5853270A-4ACD-413A-A4AC-6DE7B9CF241F}" destId="{57513C58-D4DF-47CF-83C1-7182D10E9C09}" srcOrd="0" destOrd="0" presId="urn:microsoft.com/office/officeart/2005/8/layout/hierarchy1"/>
    <dgm:cxn modelId="{A19BFFAA-4A2B-421B-8DCA-885A0A534CD7}" srcId="{52A39678-6BB8-4A7E-8380-29647FC92B36}" destId="{1F8EC5F2-C198-45CF-885C-69C311E4DDA3}" srcOrd="2" destOrd="0" parTransId="{6FE5611B-F5CA-4CA1-B392-062E5AB8409B}" sibTransId="{7AFD2EB5-7A28-4449-ACCF-23D5D36CD4FD}"/>
    <dgm:cxn modelId="{B19358B1-618C-43D8-A0D3-51C863BE368D}" type="presOf" srcId="{90DF31B8-4529-4A98-A436-58363A182CB1}" destId="{CB0177DB-0B31-4C69-AB62-DB0FEEE009A1}" srcOrd="0" destOrd="0" presId="urn:microsoft.com/office/officeart/2005/8/layout/hierarchy1"/>
    <dgm:cxn modelId="{E5E11AB3-E3C7-4D1A-AA5C-5E6705A6D708}" type="presOf" srcId="{580FBBBF-16F0-4674-8D91-C35715EA88B9}" destId="{B0EE0772-ADE0-4614-BEDA-C58B842ABA96}" srcOrd="0" destOrd="0" presId="urn:microsoft.com/office/officeart/2005/8/layout/hierarchy1"/>
    <dgm:cxn modelId="{9814D9B3-43AC-4223-B807-CE7668EC12ED}" srcId="{223EDFC2-101A-465C-91CC-5CBC88B845F5}" destId="{367F2A40-8B3E-45D5-A4DF-20B87A68A1DB}" srcOrd="0" destOrd="0" parTransId="{1588B8E4-B568-4B4B-A7C9-CEBE3380E703}" sibTransId="{25B9849C-5F51-412B-A773-E42A08459401}"/>
    <dgm:cxn modelId="{BE7BF4B5-3C59-4FD8-B401-37542F1F22AC}" type="presOf" srcId="{B61E0C26-211E-4CAA-89C9-45E27BE848E9}" destId="{2182D76C-BA77-4A0D-BC74-8D9131DB8493}" srcOrd="0" destOrd="0" presId="urn:microsoft.com/office/officeart/2005/8/layout/hierarchy1"/>
    <dgm:cxn modelId="{8DD348B8-E050-4F23-A14A-43493DA38C73}" srcId="{3DCD3C68-5CCC-4B6C-8210-EBDE614465FA}" destId="{580FBBBF-16F0-4674-8D91-C35715EA88B9}" srcOrd="1" destOrd="0" parTransId="{DE4A2608-598B-477D-A04F-078FD24BDAAF}" sibTransId="{731F037D-550B-47EE-8F3B-D4C6B659FB73}"/>
    <dgm:cxn modelId="{F13F96BB-084C-4989-9316-E3C6F11CF7A4}" srcId="{47BD8329-5F77-4A9B-AAE2-823277DD4F39}" destId="{4AD57BC1-8068-4950-B9C2-CB127E7F8B0A}" srcOrd="1" destOrd="0" parTransId="{FF8B27DF-C7CC-4232-82B9-4DF0CF6FE526}" sibTransId="{158859CB-6C32-4909-B54B-D46A24C87917}"/>
    <dgm:cxn modelId="{08B4A2BD-5650-4A39-A3EB-0D3B78FC8008}" srcId="{C753FDFA-CCA2-45E6-B192-DAD1C9EC51D3}" destId="{3DCD3C68-5CCC-4B6C-8210-EBDE614465FA}" srcOrd="2" destOrd="0" parTransId="{A3B87FE0-FB86-42F6-B734-A0FA0CCDEC69}" sibTransId="{1572AAAC-D0A7-495E-AEFA-39306EAF5E1C}"/>
    <dgm:cxn modelId="{C0F1B9BD-BE13-47FF-AADB-9E150A454E79}" type="presOf" srcId="{D5C374FB-4CC3-43A0-A157-E7CEEFFB7F98}" destId="{53F04575-D564-4FE1-85EB-2FC2C23D9832}" srcOrd="0" destOrd="0" presId="urn:microsoft.com/office/officeart/2005/8/layout/hierarchy1"/>
    <dgm:cxn modelId="{8BC0ACC0-56B6-4828-937F-44CEC0C5A990}" type="presOf" srcId="{CAF76AFF-F7AF-4FEE-AC82-1B3BA72CD00E}" destId="{080661E1-B544-4462-BEC6-121CF3DD191D}" srcOrd="0" destOrd="0" presId="urn:microsoft.com/office/officeart/2005/8/layout/hierarchy1"/>
    <dgm:cxn modelId="{528155C1-C4FF-4352-9C03-3869C3C57DDE}" srcId="{C753FDFA-CCA2-45E6-B192-DAD1C9EC51D3}" destId="{223EDFC2-101A-465C-91CC-5CBC88B845F5}" srcOrd="3" destOrd="0" parTransId="{6F7CF5D0-45A3-4B17-AFE3-1A2FA5A785D4}" sibTransId="{4F7CDF8E-5EB1-423C-B3FF-FE60AEEF7E40}"/>
    <dgm:cxn modelId="{3432D8C1-CCD4-4FD3-9BAA-97DEE90ADE27}" type="presOf" srcId="{6F7CF5D0-45A3-4B17-AFE3-1A2FA5A785D4}" destId="{8404CA75-E78B-4D39-9379-72D1AC7984C6}" srcOrd="0" destOrd="0" presId="urn:microsoft.com/office/officeart/2005/8/layout/hierarchy1"/>
    <dgm:cxn modelId="{C78DC3C2-6C0F-4520-9578-973DD9803011}" srcId="{C753FDFA-CCA2-45E6-B192-DAD1C9EC51D3}" destId="{52A39678-6BB8-4A7E-8380-29647FC92B36}" srcOrd="0" destOrd="0" parTransId="{C5AAEE84-F21F-4362-8ED1-A5B0FE336353}" sibTransId="{F7F6B53F-410E-4A67-A517-73DEEA9F8B25}"/>
    <dgm:cxn modelId="{23D787C3-3B5C-4CE2-BF4F-0D8ADAB9BE40}" type="presOf" srcId="{D0916A84-98A6-4AB8-81BD-4322D30DE958}" destId="{0029286C-239C-4ACA-A755-51BB9F376A37}" srcOrd="0" destOrd="0" presId="urn:microsoft.com/office/officeart/2005/8/layout/hierarchy1"/>
    <dgm:cxn modelId="{CE7F9CC3-B08E-4103-BDE4-B62DADDF5A96}" type="presOf" srcId="{175570DB-A10C-43E2-90F6-6F067368E308}" destId="{B26F6016-5400-4C31-BD10-F5F266E46119}" srcOrd="0" destOrd="0" presId="urn:microsoft.com/office/officeart/2005/8/layout/hierarchy1"/>
    <dgm:cxn modelId="{C848C0CA-1249-414B-9FA6-13C45ECD91E1}" type="presOf" srcId="{1588B8E4-B568-4B4B-A7C9-CEBE3380E703}" destId="{FC18F7B9-C5A4-48BB-8182-D47BE0458992}" srcOrd="0" destOrd="0" presId="urn:microsoft.com/office/officeart/2005/8/layout/hierarchy1"/>
    <dgm:cxn modelId="{874DFED1-60ED-4339-B8B5-3EA5EF691CC5}" srcId="{90DF31B8-4529-4A98-A436-58363A182CB1}" destId="{12F6F6CA-31C3-4B13-8177-DBA43D94ABF3}" srcOrd="0" destOrd="0" parTransId="{175570DB-A10C-43E2-90F6-6F067368E308}" sibTransId="{307E2F2D-6B65-471C-99F4-1590A1265CC9}"/>
    <dgm:cxn modelId="{3649E6D2-6BC6-4BB1-8AD1-982F2A82379F}" type="presOf" srcId="{EA69C693-F61C-45ED-9E2B-027A14762B21}" destId="{26F75DB7-3823-48F7-9D74-BF1FAC375767}" srcOrd="0" destOrd="0" presId="urn:microsoft.com/office/officeart/2005/8/layout/hierarchy1"/>
    <dgm:cxn modelId="{FD09B8D4-764E-45C2-B239-A99FCA4ACFFE}" srcId="{EA69C693-F61C-45ED-9E2B-027A14762B21}" destId="{C753FDFA-CCA2-45E6-B192-DAD1C9EC51D3}" srcOrd="0" destOrd="0" parTransId="{711FF5E8-D847-4AE1-9DB1-341288EE9CF5}" sibTransId="{81F19189-6274-4307-82F4-8FDEA2291309}"/>
    <dgm:cxn modelId="{255FB4D6-DFD7-4282-A06C-40D8FD502AF0}" type="presOf" srcId="{223EDFC2-101A-465C-91CC-5CBC88B845F5}" destId="{74CDF3CC-9C79-4607-8373-EAE093C96439}" srcOrd="0" destOrd="0" presId="urn:microsoft.com/office/officeart/2005/8/layout/hierarchy1"/>
    <dgm:cxn modelId="{8E6F2EDE-A111-43CE-ADB7-024D3C87920E}" srcId="{47BD8329-5F77-4A9B-AAE2-823277DD4F39}" destId="{D5C374FB-4CC3-43A0-A157-E7CEEFFB7F98}" srcOrd="0" destOrd="0" parTransId="{FF50E9F2-7F0E-4BD5-B2FD-A97630C7E0CC}" sibTransId="{B7FFAEAE-136E-42C3-A50E-A8470FAB49F7}"/>
    <dgm:cxn modelId="{C07558E1-AFA1-42ED-9989-3484F008C3B7}" type="presOf" srcId="{DE4EAE3D-BBE5-4786-BBD4-8535D340D57C}" destId="{C4EE70B3-89D2-4B73-BC0F-2B6A1E8FF661}" srcOrd="0" destOrd="0" presId="urn:microsoft.com/office/officeart/2005/8/layout/hierarchy1"/>
    <dgm:cxn modelId="{9E66ACE5-B3E9-41F0-AAC4-B7158034ABD3}" type="presOf" srcId="{45DBE9EE-D192-4B8F-91BA-79F4D8BC6298}" destId="{4B156BB6-75F7-4C12-AFF6-ED325E8592FF}" srcOrd="0" destOrd="0" presId="urn:microsoft.com/office/officeart/2005/8/layout/hierarchy1"/>
    <dgm:cxn modelId="{0D70A4E6-A0A0-41F3-BFBE-2041B67FA5DB}" srcId="{90DF31B8-4529-4A98-A436-58363A182CB1}" destId="{B16A3E72-91D7-47D8-9F69-C18A08C0AA91}" srcOrd="3" destOrd="0" parTransId="{50AD5147-4526-4DB0-837E-A33362766A6C}" sibTransId="{D968FB62-A55A-4AD6-982D-6F87A4D8522E}"/>
    <dgm:cxn modelId="{D9EAAEEA-86DD-479A-A358-90C663DD2B77}" srcId="{52A39678-6BB8-4A7E-8380-29647FC92B36}" destId="{92A1B3B6-37CB-41E6-A5D1-D69A385EBCCB}" srcOrd="1" destOrd="0" parTransId="{51D8543E-0D8D-4BB6-B623-260C2C290158}" sibTransId="{5606FC52-B1AA-4008-81CB-36B97DCDD2B3}"/>
    <dgm:cxn modelId="{62524CEF-640B-4F68-AECC-D577B037FF0D}" srcId="{223EDFC2-101A-465C-91CC-5CBC88B845F5}" destId="{FC90D37E-96F7-44D5-84F7-43C0786AF5B4}" srcOrd="1" destOrd="0" parTransId="{B61E0C26-211E-4CAA-89C9-45E27BE848E9}" sibTransId="{60D84F48-8624-43F7-9387-19F4CC676597}"/>
    <dgm:cxn modelId="{58F4FEF4-3076-4D5A-9FA1-767DA8EB1B03}" type="presOf" srcId="{12F6F6CA-31C3-4B13-8177-DBA43D94ABF3}" destId="{A25ED7AD-16DD-41BC-A8D2-93E0D8025753}" srcOrd="0" destOrd="0" presId="urn:microsoft.com/office/officeart/2005/8/layout/hierarchy1"/>
    <dgm:cxn modelId="{54B561D6-E64B-4998-8526-72FE3023F270}" type="presParOf" srcId="{26F75DB7-3823-48F7-9D74-BF1FAC375767}" destId="{752994DD-2AE0-4FA4-998E-72BA68110621}" srcOrd="0" destOrd="0" presId="urn:microsoft.com/office/officeart/2005/8/layout/hierarchy1"/>
    <dgm:cxn modelId="{006920CA-88D0-45DB-A234-A90F8516D849}" type="presParOf" srcId="{752994DD-2AE0-4FA4-998E-72BA68110621}" destId="{89A097F4-3FAB-46AC-8E6C-40EF3C3C17EB}" srcOrd="0" destOrd="0" presId="urn:microsoft.com/office/officeart/2005/8/layout/hierarchy1"/>
    <dgm:cxn modelId="{72B368C4-F6BC-452E-A18A-1C9B8056BC8B}" type="presParOf" srcId="{89A097F4-3FAB-46AC-8E6C-40EF3C3C17EB}" destId="{E3D5865D-6602-4A5E-958B-898A4354B4F9}" srcOrd="0" destOrd="0" presId="urn:microsoft.com/office/officeart/2005/8/layout/hierarchy1"/>
    <dgm:cxn modelId="{E2616846-8CD9-4482-B7D5-8FDB65825AAE}" type="presParOf" srcId="{89A097F4-3FAB-46AC-8E6C-40EF3C3C17EB}" destId="{3DEEB2ED-10E8-43C9-8552-6159E39522B3}" srcOrd="1" destOrd="0" presId="urn:microsoft.com/office/officeart/2005/8/layout/hierarchy1"/>
    <dgm:cxn modelId="{D8D7D438-D4EF-42B2-9F6C-BB0482265673}" type="presParOf" srcId="{752994DD-2AE0-4FA4-998E-72BA68110621}" destId="{14D46BEE-9B6A-4301-853E-6967FCBEBA82}" srcOrd="1" destOrd="0" presId="urn:microsoft.com/office/officeart/2005/8/layout/hierarchy1"/>
    <dgm:cxn modelId="{B113A8B6-EBD7-45C4-A21B-D477323889F9}" type="presParOf" srcId="{14D46BEE-9B6A-4301-853E-6967FCBEBA82}" destId="{60421A4E-DAC4-48F0-BA51-17A662564308}" srcOrd="0" destOrd="0" presId="urn:microsoft.com/office/officeart/2005/8/layout/hierarchy1"/>
    <dgm:cxn modelId="{94983826-9E19-4EE1-8077-F7EF3EA785FF}" type="presParOf" srcId="{14D46BEE-9B6A-4301-853E-6967FCBEBA82}" destId="{E787DB2E-D75F-4B0A-BA24-98D6F881F5AA}" srcOrd="1" destOrd="0" presId="urn:microsoft.com/office/officeart/2005/8/layout/hierarchy1"/>
    <dgm:cxn modelId="{BADAABD7-3D7F-419F-B917-E92549BDA9AA}" type="presParOf" srcId="{E787DB2E-D75F-4B0A-BA24-98D6F881F5AA}" destId="{78C72D21-C8AB-4F95-934C-32AEDDAB26F2}" srcOrd="0" destOrd="0" presId="urn:microsoft.com/office/officeart/2005/8/layout/hierarchy1"/>
    <dgm:cxn modelId="{29D16F9C-54AA-43BD-8158-B0ECEB28E23D}" type="presParOf" srcId="{78C72D21-C8AB-4F95-934C-32AEDDAB26F2}" destId="{664D6350-3661-46C2-947E-20D2D078EAB8}" srcOrd="0" destOrd="0" presId="urn:microsoft.com/office/officeart/2005/8/layout/hierarchy1"/>
    <dgm:cxn modelId="{A818ACF9-DF7F-40DF-A440-F5358DC8AB26}" type="presParOf" srcId="{78C72D21-C8AB-4F95-934C-32AEDDAB26F2}" destId="{B029EBC8-7A2B-49ED-A784-376785F0182B}" srcOrd="1" destOrd="0" presId="urn:microsoft.com/office/officeart/2005/8/layout/hierarchy1"/>
    <dgm:cxn modelId="{88627D04-AA88-49DF-85EE-0A4766DC61C9}" type="presParOf" srcId="{E787DB2E-D75F-4B0A-BA24-98D6F881F5AA}" destId="{09239AE3-4CAF-4A52-8F6C-9B09CC6D4024}" srcOrd="1" destOrd="0" presId="urn:microsoft.com/office/officeart/2005/8/layout/hierarchy1"/>
    <dgm:cxn modelId="{D38FA1EE-831A-4342-9ACB-D572B0AC301F}" type="presParOf" srcId="{09239AE3-4CAF-4A52-8F6C-9B09CC6D4024}" destId="{CD2C8DB7-8D43-487A-97CD-4450E81B0DD5}" srcOrd="0" destOrd="0" presId="urn:microsoft.com/office/officeart/2005/8/layout/hierarchy1"/>
    <dgm:cxn modelId="{C6BC1DB5-FFAF-4FC1-84C2-BFC91AB764F0}" type="presParOf" srcId="{09239AE3-4CAF-4A52-8F6C-9B09CC6D4024}" destId="{052CB085-8B55-4366-A399-D522BA52A49B}" srcOrd="1" destOrd="0" presId="urn:microsoft.com/office/officeart/2005/8/layout/hierarchy1"/>
    <dgm:cxn modelId="{B6A5AF54-9622-452C-8892-BFDAA8589917}" type="presParOf" srcId="{052CB085-8B55-4366-A399-D522BA52A49B}" destId="{8D1B2D40-386D-4655-AE02-740C1095D2F9}" srcOrd="0" destOrd="0" presId="urn:microsoft.com/office/officeart/2005/8/layout/hierarchy1"/>
    <dgm:cxn modelId="{5B61290D-5F9A-41BE-A696-0F18FB267DD7}" type="presParOf" srcId="{8D1B2D40-386D-4655-AE02-740C1095D2F9}" destId="{535E54B2-1E31-4169-984B-80D1FE94EEE3}" srcOrd="0" destOrd="0" presId="urn:microsoft.com/office/officeart/2005/8/layout/hierarchy1"/>
    <dgm:cxn modelId="{B81A9F65-C552-4B8A-AC79-F955B2DD9711}" type="presParOf" srcId="{8D1B2D40-386D-4655-AE02-740C1095D2F9}" destId="{57513C58-D4DF-47CF-83C1-7182D10E9C09}" srcOrd="1" destOrd="0" presId="urn:microsoft.com/office/officeart/2005/8/layout/hierarchy1"/>
    <dgm:cxn modelId="{0B7CA030-F426-4A5D-A4B0-4D0661DD3F2C}" type="presParOf" srcId="{052CB085-8B55-4366-A399-D522BA52A49B}" destId="{D1C7FFE6-C025-4E66-86C8-1EAF4064B2B2}" srcOrd="1" destOrd="0" presId="urn:microsoft.com/office/officeart/2005/8/layout/hierarchy1"/>
    <dgm:cxn modelId="{849B3312-CD77-4E85-BB85-887A562F3425}" type="presParOf" srcId="{D1C7FFE6-C025-4E66-86C8-1EAF4064B2B2}" destId="{0029286C-239C-4ACA-A755-51BB9F376A37}" srcOrd="0" destOrd="0" presId="urn:microsoft.com/office/officeart/2005/8/layout/hierarchy1"/>
    <dgm:cxn modelId="{862EBF5D-ED65-4C52-8399-87987A51443C}" type="presParOf" srcId="{D1C7FFE6-C025-4E66-86C8-1EAF4064B2B2}" destId="{6AA68381-9ECF-46F0-9CA8-8BDD2C6E0D5C}" srcOrd="1" destOrd="0" presId="urn:microsoft.com/office/officeart/2005/8/layout/hierarchy1"/>
    <dgm:cxn modelId="{ACB17F3D-95A2-427D-AFFD-C98D421F7E5C}" type="presParOf" srcId="{6AA68381-9ECF-46F0-9CA8-8BDD2C6E0D5C}" destId="{918701E0-269D-40E9-AAF7-DC580E16E792}" srcOrd="0" destOrd="0" presId="urn:microsoft.com/office/officeart/2005/8/layout/hierarchy1"/>
    <dgm:cxn modelId="{F1823AF2-C085-4E50-A360-24D06D030370}" type="presParOf" srcId="{918701E0-269D-40E9-AAF7-DC580E16E792}" destId="{1930FD4D-1DFE-404E-ADBD-6DC8CB67EBD7}" srcOrd="0" destOrd="0" presId="urn:microsoft.com/office/officeart/2005/8/layout/hierarchy1"/>
    <dgm:cxn modelId="{3730E1A7-1C91-4E57-9323-AAD99AC1BFD9}" type="presParOf" srcId="{918701E0-269D-40E9-AAF7-DC580E16E792}" destId="{ADD14BB5-3C07-4A79-A2E2-4E121403092A}" srcOrd="1" destOrd="0" presId="urn:microsoft.com/office/officeart/2005/8/layout/hierarchy1"/>
    <dgm:cxn modelId="{2F16038C-06FF-468A-8C79-B5087300FC6D}" type="presParOf" srcId="{6AA68381-9ECF-46F0-9CA8-8BDD2C6E0D5C}" destId="{FE4CFB46-0C67-44DB-8B69-8146211303A5}" srcOrd="1" destOrd="0" presId="urn:microsoft.com/office/officeart/2005/8/layout/hierarchy1"/>
    <dgm:cxn modelId="{906C975D-F672-4012-AAA7-A107B8EBFEBD}" type="presParOf" srcId="{09239AE3-4CAF-4A52-8F6C-9B09CC6D4024}" destId="{E7B4C544-2232-4A1E-B401-DC1FB5EC711E}" srcOrd="2" destOrd="0" presId="urn:microsoft.com/office/officeart/2005/8/layout/hierarchy1"/>
    <dgm:cxn modelId="{045D0A79-8756-44E6-82D5-C4F603673378}" type="presParOf" srcId="{09239AE3-4CAF-4A52-8F6C-9B09CC6D4024}" destId="{25CFE222-A790-4665-B3EF-65E3DA2D2439}" srcOrd="3" destOrd="0" presId="urn:microsoft.com/office/officeart/2005/8/layout/hierarchy1"/>
    <dgm:cxn modelId="{F8C9F75B-1930-4C41-9CBE-8A29C9A963D2}" type="presParOf" srcId="{25CFE222-A790-4665-B3EF-65E3DA2D2439}" destId="{9F8A8474-7225-4A03-B9E7-B8C57501AECA}" srcOrd="0" destOrd="0" presId="urn:microsoft.com/office/officeart/2005/8/layout/hierarchy1"/>
    <dgm:cxn modelId="{D12659E9-1D4B-4667-8DD5-94617E8BDB09}" type="presParOf" srcId="{9F8A8474-7225-4A03-B9E7-B8C57501AECA}" destId="{09EF86B5-0106-45D8-A37A-8272432675B2}" srcOrd="0" destOrd="0" presId="urn:microsoft.com/office/officeart/2005/8/layout/hierarchy1"/>
    <dgm:cxn modelId="{1A4C0E54-BC1A-4A65-923A-55DD0AD3B426}" type="presParOf" srcId="{9F8A8474-7225-4A03-B9E7-B8C57501AECA}" destId="{A2189112-8725-40DB-AC33-4AF82B67FB52}" srcOrd="1" destOrd="0" presId="urn:microsoft.com/office/officeart/2005/8/layout/hierarchy1"/>
    <dgm:cxn modelId="{BEDC8266-BCEE-4D14-BF45-893F6500525F}" type="presParOf" srcId="{25CFE222-A790-4665-B3EF-65E3DA2D2439}" destId="{08B33103-F495-4033-B552-FED4E1DDCCDB}" srcOrd="1" destOrd="0" presId="urn:microsoft.com/office/officeart/2005/8/layout/hierarchy1"/>
    <dgm:cxn modelId="{971CC35B-DDF6-4910-9C20-DDCC31BD612E}" type="presParOf" srcId="{09239AE3-4CAF-4A52-8F6C-9B09CC6D4024}" destId="{FEE703C2-20DC-4AFF-81CB-8C0BEA710B9C}" srcOrd="4" destOrd="0" presId="urn:microsoft.com/office/officeart/2005/8/layout/hierarchy1"/>
    <dgm:cxn modelId="{41F23873-33C4-49FD-9EA4-E2183F24E01A}" type="presParOf" srcId="{09239AE3-4CAF-4A52-8F6C-9B09CC6D4024}" destId="{AA1A0ED9-B32D-4059-946F-CF842BC1BE13}" srcOrd="5" destOrd="0" presId="urn:microsoft.com/office/officeart/2005/8/layout/hierarchy1"/>
    <dgm:cxn modelId="{AA770ABD-DB07-4146-8614-115C8096E433}" type="presParOf" srcId="{AA1A0ED9-B32D-4059-946F-CF842BC1BE13}" destId="{F9E39C40-2D7E-4B17-86E6-A4565D623145}" srcOrd="0" destOrd="0" presId="urn:microsoft.com/office/officeart/2005/8/layout/hierarchy1"/>
    <dgm:cxn modelId="{5F59AFB2-2D38-4A98-8EF1-674EF5041528}" type="presParOf" srcId="{F9E39C40-2D7E-4B17-86E6-A4565D623145}" destId="{67E36076-56CD-4617-8C33-8129A70709BF}" srcOrd="0" destOrd="0" presId="urn:microsoft.com/office/officeart/2005/8/layout/hierarchy1"/>
    <dgm:cxn modelId="{8D01A278-9AFA-4977-BE76-F45D6A4DA985}" type="presParOf" srcId="{F9E39C40-2D7E-4B17-86E6-A4565D623145}" destId="{A0415072-94B4-46F1-A68E-C484A9D5AC89}" srcOrd="1" destOrd="0" presId="urn:microsoft.com/office/officeart/2005/8/layout/hierarchy1"/>
    <dgm:cxn modelId="{87931452-D7AF-47CD-BB0B-D564A233C947}" type="presParOf" srcId="{AA1A0ED9-B32D-4059-946F-CF842BC1BE13}" destId="{F6DC5079-F6C3-448A-B3D3-2C4D70C4E606}" srcOrd="1" destOrd="0" presId="urn:microsoft.com/office/officeart/2005/8/layout/hierarchy1"/>
    <dgm:cxn modelId="{76379563-5B1D-4AD6-B8A8-F48368C90E52}" type="presParOf" srcId="{14D46BEE-9B6A-4301-853E-6967FCBEBA82}" destId="{4B156BB6-75F7-4C12-AFF6-ED325E8592FF}" srcOrd="2" destOrd="0" presId="urn:microsoft.com/office/officeart/2005/8/layout/hierarchy1"/>
    <dgm:cxn modelId="{2893D190-A3DC-4320-A88F-F3583D4B19BF}" type="presParOf" srcId="{14D46BEE-9B6A-4301-853E-6967FCBEBA82}" destId="{CEA2AD5C-9EB5-4AE6-8270-0BFA6F2654B3}" srcOrd="3" destOrd="0" presId="urn:microsoft.com/office/officeart/2005/8/layout/hierarchy1"/>
    <dgm:cxn modelId="{A16F32A6-2010-47D5-93CE-92662A3FA00B}" type="presParOf" srcId="{CEA2AD5C-9EB5-4AE6-8270-0BFA6F2654B3}" destId="{5FC25EF6-2878-4B73-B029-CB6EA48C7D2A}" srcOrd="0" destOrd="0" presId="urn:microsoft.com/office/officeart/2005/8/layout/hierarchy1"/>
    <dgm:cxn modelId="{54BD8C85-3243-4083-BF7A-5815725E94DC}" type="presParOf" srcId="{5FC25EF6-2878-4B73-B029-CB6EA48C7D2A}" destId="{DCC940D5-7463-4D2D-88F6-B2BFB5910BFE}" srcOrd="0" destOrd="0" presId="urn:microsoft.com/office/officeart/2005/8/layout/hierarchy1"/>
    <dgm:cxn modelId="{9A3E76F6-E9DC-44B3-95DC-744F9AB58303}" type="presParOf" srcId="{5FC25EF6-2878-4B73-B029-CB6EA48C7D2A}" destId="{1A6D62BF-3B8E-4A53-9F4B-4981983FA461}" srcOrd="1" destOrd="0" presId="urn:microsoft.com/office/officeart/2005/8/layout/hierarchy1"/>
    <dgm:cxn modelId="{88A64384-C61A-4CA6-9A79-342095685526}" type="presParOf" srcId="{CEA2AD5C-9EB5-4AE6-8270-0BFA6F2654B3}" destId="{015C3AE3-E172-4B89-8387-0B8A5C426D7F}" srcOrd="1" destOrd="0" presId="urn:microsoft.com/office/officeart/2005/8/layout/hierarchy1"/>
    <dgm:cxn modelId="{F5F7E962-1F5B-4C93-AA65-F9E880AEF80A}" type="presParOf" srcId="{015C3AE3-E172-4B89-8387-0B8A5C426D7F}" destId="{665FFE69-1EF2-4D5E-9021-ED7A9CE4725E}" srcOrd="0" destOrd="0" presId="urn:microsoft.com/office/officeart/2005/8/layout/hierarchy1"/>
    <dgm:cxn modelId="{60D1FDC3-306E-4DCC-9B04-D7FB50A6E43E}" type="presParOf" srcId="{015C3AE3-E172-4B89-8387-0B8A5C426D7F}" destId="{53C69DD3-D6ED-4822-B21F-B0CBD26F1D1B}" srcOrd="1" destOrd="0" presId="urn:microsoft.com/office/officeart/2005/8/layout/hierarchy1"/>
    <dgm:cxn modelId="{41E498D8-38CC-48EE-BE99-6A75BEDDBF45}" type="presParOf" srcId="{53C69DD3-D6ED-4822-B21F-B0CBD26F1D1B}" destId="{BACAF386-975A-41EF-9BD4-56AF5CD898C5}" srcOrd="0" destOrd="0" presId="urn:microsoft.com/office/officeart/2005/8/layout/hierarchy1"/>
    <dgm:cxn modelId="{D9D4F816-8B5E-4706-A1C0-486191765BE9}" type="presParOf" srcId="{BACAF386-975A-41EF-9BD4-56AF5CD898C5}" destId="{83551F86-6BEC-4056-8967-1E6350211608}" srcOrd="0" destOrd="0" presId="urn:microsoft.com/office/officeart/2005/8/layout/hierarchy1"/>
    <dgm:cxn modelId="{4D19CE4F-92F7-4F9D-B8A0-A0D4933889A7}" type="presParOf" srcId="{BACAF386-975A-41EF-9BD4-56AF5CD898C5}" destId="{53F04575-D564-4FE1-85EB-2FC2C23D9832}" srcOrd="1" destOrd="0" presId="urn:microsoft.com/office/officeart/2005/8/layout/hierarchy1"/>
    <dgm:cxn modelId="{50692A8B-118F-49D6-BA0F-1BC038E1ECA9}" type="presParOf" srcId="{53C69DD3-D6ED-4822-B21F-B0CBD26F1D1B}" destId="{451F1E19-F47C-4E2A-9C3F-0266B54B2E43}" srcOrd="1" destOrd="0" presId="urn:microsoft.com/office/officeart/2005/8/layout/hierarchy1"/>
    <dgm:cxn modelId="{39DD5FEA-EA22-4AFB-BC3D-AB3EEF3075A1}" type="presParOf" srcId="{015C3AE3-E172-4B89-8387-0B8A5C426D7F}" destId="{24F5B057-71B9-421E-8DF6-9F2567DB0E0B}" srcOrd="2" destOrd="0" presId="urn:microsoft.com/office/officeart/2005/8/layout/hierarchy1"/>
    <dgm:cxn modelId="{12E7CD99-A48D-4FA5-8ECD-9EC8499C6141}" type="presParOf" srcId="{015C3AE3-E172-4B89-8387-0B8A5C426D7F}" destId="{D1F86A37-EA93-44EA-A5C1-9290037875A0}" srcOrd="3" destOrd="0" presId="urn:microsoft.com/office/officeart/2005/8/layout/hierarchy1"/>
    <dgm:cxn modelId="{A7E8A0C9-C2A5-43E6-B3FA-0DC7CD5627C9}" type="presParOf" srcId="{D1F86A37-EA93-44EA-A5C1-9290037875A0}" destId="{4CC882B7-660B-4ED4-A4FF-F34F6946C853}" srcOrd="0" destOrd="0" presId="urn:microsoft.com/office/officeart/2005/8/layout/hierarchy1"/>
    <dgm:cxn modelId="{8A9EBD6C-E060-4FFE-8CA0-C136E28063C1}" type="presParOf" srcId="{4CC882B7-660B-4ED4-A4FF-F34F6946C853}" destId="{35DADB0D-1450-43C4-90C0-D9AAE014D66E}" srcOrd="0" destOrd="0" presId="urn:microsoft.com/office/officeart/2005/8/layout/hierarchy1"/>
    <dgm:cxn modelId="{7CC7F64A-8C5F-487C-8D52-ECB7315BC298}" type="presParOf" srcId="{4CC882B7-660B-4ED4-A4FF-F34F6946C853}" destId="{5F5BDCC0-EA6F-49E5-825A-D97476BF2471}" srcOrd="1" destOrd="0" presId="urn:microsoft.com/office/officeart/2005/8/layout/hierarchy1"/>
    <dgm:cxn modelId="{C46EDD72-28E0-4AF7-930C-DF9ABA111317}" type="presParOf" srcId="{D1F86A37-EA93-44EA-A5C1-9290037875A0}" destId="{63163FF4-312D-40AD-A467-9A8FD5FA85D3}" srcOrd="1" destOrd="0" presId="urn:microsoft.com/office/officeart/2005/8/layout/hierarchy1"/>
    <dgm:cxn modelId="{E8692668-E9A8-4582-851E-19A9D7496A5A}" type="presParOf" srcId="{14D46BEE-9B6A-4301-853E-6967FCBEBA82}" destId="{E18009A2-5F8D-4F42-8B76-57E8679BE2B2}" srcOrd="4" destOrd="0" presId="urn:microsoft.com/office/officeart/2005/8/layout/hierarchy1"/>
    <dgm:cxn modelId="{B73C5A3B-C7A6-437B-A4FB-21992E2C96B6}" type="presParOf" srcId="{14D46BEE-9B6A-4301-853E-6967FCBEBA82}" destId="{C9DED783-AC38-465B-AC82-39F08BF6EBFB}" srcOrd="5" destOrd="0" presId="urn:microsoft.com/office/officeart/2005/8/layout/hierarchy1"/>
    <dgm:cxn modelId="{FDC7F192-A07C-4F23-B06C-FE33F21B764F}" type="presParOf" srcId="{C9DED783-AC38-465B-AC82-39F08BF6EBFB}" destId="{A48C7733-468C-44A7-BAB4-9CD3AA04952C}" srcOrd="0" destOrd="0" presId="urn:microsoft.com/office/officeart/2005/8/layout/hierarchy1"/>
    <dgm:cxn modelId="{06072447-385B-4301-BF78-722C0D73DD68}" type="presParOf" srcId="{A48C7733-468C-44A7-BAB4-9CD3AA04952C}" destId="{6ACEB120-538E-4FC7-8C11-FAB5EC135D87}" srcOrd="0" destOrd="0" presId="urn:microsoft.com/office/officeart/2005/8/layout/hierarchy1"/>
    <dgm:cxn modelId="{9D91541B-DF11-4EEA-B088-E7DA2EC9E1C2}" type="presParOf" srcId="{A48C7733-468C-44A7-BAB4-9CD3AA04952C}" destId="{C2F0C7C1-DD62-42B1-B464-5FE6B1EEB697}" srcOrd="1" destOrd="0" presId="urn:microsoft.com/office/officeart/2005/8/layout/hierarchy1"/>
    <dgm:cxn modelId="{2D7EBE47-D79B-4468-B02A-A9554975BFDB}" type="presParOf" srcId="{C9DED783-AC38-465B-AC82-39F08BF6EBFB}" destId="{015DA67C-E315-4DA4-9137-49EB8B2EC9D6}" srcOrd="1" destOrd="0" presId="urn:microsoft.com/office/officeart/2005/8/layout/hierarchy1"/>
    <dgm:cxn modelId="{1C6A3A01-36E9-4487-8112-01C81EC76E6A}" type="presParOf" srcId="{015DA67C-E315-4DA4-9137-49EB8B2EC9D6}" destId="{BD001306-06AA-40BA-804B-4532CA2DCAEC}" srcOrd="0" destOrd="0" presId="urn:microsoft.com/office/officeart/2005/8/layout/hierarchy1"/>
    <dgm:cxn modelId="{E5B90EC0-3641-409F-AC7C-56E811BC9A12}" type="presParOf" srcId="{015DA67C-E315-4DA4-9137-49EB8B2EC9D6}" destId="{CEC8382B-8A29-4BB6-9792-CED1855D812B}" srcOrd="1" destOrd="0" presId="urn:microsoft.com/office/officeart/2005/8/layout/hierarchy1"/>
    <dgm:cxn modelId="{E822C317-9C88-4151-8429-5BF700CBDBD5}" type="presParOf" srcId="{CEC8382B-8A29-4BB6-9792-CED1855D812B}" destId="{1DD7E8FA-B121-4514-A53D-C13071BE95D5}" srcOrd="0" destOrd="0" presId="urn:microsoft.com/office/officeart/2005/8/layout/hierarchy1"/>
    <dgm:cxn modelId="{C959C067-6836-4CD5-A829-FC7A1EF3EE08}" type="presParOf" srcId="{1DD7E8FA-B121-4514-A53D-C13071BE95D5}" destId="{78D4EDBC-8EA3-43C0-B139-00488716957F}" srcOrd="0" destOrd="0" presId="urn:microsoft.com/office/officeart/2005/8/layout/hierarchy1"/>
    <dgm:cxn modelId="{6B5EE7AE-E26C-4E47-BD39-F94CE25F59AA}" type="presParOf" srcId="{1DD7E8FA-B121-4514-A53D-C13071BE95D5}" destId="{B6DB2DF8-EE62-4818-869A-E99E731C72DA}" srcOrd="1" destOrd="0" presId="urn:microsoft.com/office/officeart/2005/8/layout/hierarchy1"/>
    <dgm:cxn modelId="{88B26610-FF96-4D79-B13E-39AD4406C958}" type="presParOf" srcId="{CEC8382B-8A29-4BB6-9792-CED1855D812B}" destId="{81A7B628-0138-4E71-8E1A-ACE4924BF2CD}" srcOrd="1" destOrd="0" presId="urn:microsoft.com/office/officeart/2005/8/layout/hierarchy1"/>
    <dgm:cxn modelId="{A480B211-CF2E-4EF0-9E3B-E40493A531B6}" type="presParOf" srcId="{015DA67C-E315-4DA4-9137-49EB8B2EC9D6}" destId="{FF351641-B414-4038-9A08-43C5631536F5}" srcOrd="2" destOrd="0" presId="urn:microsoft.com/office/officeart/2005/8/layout/hierarchy1"/>
    <dgm:cxn modelId="{8EF41BEE-40B9-449B-BCBF-0FB5CA3692D3}" type="presParOf" srcId="{015DA67C-E315-4DA4-9137-49EB8B2EC9D6}" destId="{B7AFBC13-7F17-44ED-B1D6-0AF00C6DD023}" srcOrd="3" destOrd="0" presId="urn:microsoft.com/office/officeart/2005/8/layout/hierarchy1"/>
    <dgm:cxn modelId="{0E143E72-448F-440D-813C-55FA6C6128A7}" type="presParOf" srcId="{B7AFBC13-7F17-44ED-B1D6-0AF00C6DD023}" destId="{32C87BA1-638A-414A-80BF-B0EFF60D1840}" srcOrd="0" destOrd="0" presId="urn:microsoft.com/office/officeart/2005/8/layout/hierarchy1"/>
    <dgm:cxn modelId="{CED94D2E-F346-4BD9-9106-B464187BE7B4}" type="presParOf" srcId="{32C87BA1-638A-414A-80BF-B0EFF60D1840}" destId="{BD6D1C93-9265-4C1D-B370-4AE13A3E195E}" srcOrd="0" destOrd="0" presId="urn:microsoft.com/office/officeart/2005/8/layout/hierarchy1"/>
    <dgm:cxn modelId="{34CF24E6-F5C9-465B-9E02-234A4F0AA458}" type="presParOf" srcId="{32C87BA1-638A-414A-80BF-B0EFF60D1840}" destId="{B0EE0772-ADE0-4614-BEDA-C58B842ABA96}" srcOrd="1" destOrd="0" presId="urn:microsoft.com/office/officeart/2005/8/layout/hierarchy1"/>
    <dgm:cxn modelId="{01C3F20B-BF81-436D-9034-9A5AEBD04CDC}" type="presParOf" srcId="{B7AFBC13-7F17-44ED-B1D6-0AF00C6DD023}" destId="{FE2E3454-76FA-4A35-838D-7C565888E4D9}" srcOrd="1" destOrd="0" presId="urn:microsoft.com/office/officeart/2005/8/layout/hierarchy1"/>
    <dgm:cxn modelId="{2C9013EB-97A5-4235-87DB-FAA52332699B}" type="presParOf" srcId="{14D46BEE-9B6A-4301-853E-6967FCBEBA82}" destId="{8404CA75-E78B-4D39-9379-72D1AC7984C6}" srcOrd="6" destOrd="0" presId="urn:microsoft.com/office/officeart/2005/8/layout/hierarchy1"/>
    <dgm:cxn modelId="{58BE4CA3-A665-4AF8-B02C-3C3BB3F394DE}" type="presParOf" srcId="{14D46BEE-9B6A-4301-853E-6967FCBEBA82}" destId="{4B30AE0F-AB28-493C-BAD8-510D4E9C4E5B}" srcOrd="7" destOrd="0" presId="urn:microsoft.com/office/officeart/2005/8/layout/hierarchy1"/>
    <dgm:cxn modelId="{8DDF5D72-8095-4F45-BDA9-8EEB3AFF080A}" type="presParOf" srcId="{4B30AE0F-AB28-493C-BAD8-510D4E9C4E5B}" destId="{124DE2FA-3776-47F2-BDFD-D3079519A161}" srcOrd="0" destOrd="0" presId="urn:microsoft.com/office/officeart/2005/8/layout/hierarchy1"/>
    <dgm:cxn modelId="{4061E666-3C73-4085-8084-8844F6D581FA}" type="presParOf" srcId="{124DE2FA-3776-47F2-BDFD-D3079519A161}" destId="{62CE5919-B527-4BB9-B1B4-27A2537FC56A}" srcOrd="0" destOrd="0" presId="urn:microsoft.com/office/officeart/2005/8/layout/hierarchy1"/>
    <dgm:cxn modelId="{81F9B955-1781-4E33-BA39-D2EC6213D521}" type="presParOf" srcId="{124DE2FA-3776-47F2-BDFD-D3079519A161}" destId="{74CDF3CC-9C79-4607-8373-EAE093C96439}" srcOrd="1" destOrd="0" presId="urn:microsoft.com/office/officeart/2005/8/layout/hierarchy1"/>
    <dgm:cxn modelId="{A01D48E4-C53C-49B1-B88A-0E74F1C47D0A}" type="presParOf" srcId="{4B30AE0F-AB28-493C-BAD8-510D4E9C4E5B}" destId="{0FAEE979-FAAC-4425-B974-0A74640F1281}" srcOrd="1" destOrd="0" presId="urn:microsoft.com/office/officeart/2005/8/layout/hierarchy1"/>
    <dgm:cxn modelId="{3E135332-6515-4EDD-89B6-EB4CC39F088B}" type="presParOf" srcId="{0FAEE979-FAAC-4425-B974-0A74640F1281}" destId="{FC18F7B9-C5A4-48BB-8182-D47BE0458992}" srcOrd="0" destOrd="0" presId="urn:microsoft.com/office/officeart/2005/8/layout/hierarchy1"/>
    <dgm:cxn modelId="{80A3A6DB-38D7-4462-A8B7-EFE4B88824ED}" type="presParOf" srcId="{0FAEE979-FAAC-4425-B974-0A74640F1281}" destId="{B9A4AF1F-3905-4DEA-97C0-6C06326E2453}" srcOrd="1" destOrd="0" presId="urn:microsoft.com/office/officeart/2005/8/layout/hierarchy1"/>
    <dgm:cxn modelId="{949A89FF-1CD7-4A75-B981-44554A7CFDEA}" type="presParOf" srcId="{B9A4AF1F-3905-4DEA-97C0-6C06326E2453}" destId="{CA9C2CF6-CF0B-4AAE-BC41-D6FBC9429CA5}" srcOrd="0" destOrd="0" presId="urn:microsoft.com/office/officeart/2005/8/layout/hierarchy1"/>
    <dgm:cxn modelId="{9D1AAD3B-18BF-43EF-AE2F-A99D28611380}" type="presParOf" srcId="{CA9C2CF6-CF0B-4AAE-BC41-D6FBC9429CA5}" destId="{35B36DEA-0819-4B55-9DED-031F1C330053}" srcOrd="0" destOrd="0" presId="urn:microsoft.com/office/officeart/2005/8/layout/hierarchy1"/>
    <dgm:cxn modelId="{988A8EA4-A751-40EE-8D7A-3A438F7DE05B}" type="presParOf" srcId="{CA9C2CF6-CF0B-4AAE-BC41-D6FBC9429CA5}" destId="{ACBC2458-C0A8-4622-817D-056BEC5C1600}" srcOrd="1" destOrd="0" presId="urn:microsoft.com/office/officeart/2005/8/layout/hierarchy1"/>
    <dgm:cxn modelId="{2FFBD4BB-5CA2-4393-B232-328F2F1C8FFF}" type="presParOf" srcId="{B9A4AF1F-3905-4DEA-97C0-6C06326E2453}" destId="{23780A9D-8A5F-4396-BD3C-19C3FFB71E2B}" srcOrd="1" destOrd="0" presId="urn:microsoft.com/office/officeart/2005/8/layout/hierarchy1"/>
    <dgm:cxn modelId="{77ADD1F5-6D0B-4426-AB1E-34906D111F31}" type="presParOf" srcId="{0FAEE979-FAAC-4425-B974-0A74640F1281}" destId="{2182D76C-BA77-4A0D-BC74-8D9131DB8493}" srcOrd="2" destOrd="0" presId="urn:microsoft.com/office/officeart/2005/8/layout/hierarchy1"/>
    <dgm:cxn modelId="{C4CA5AFF-9D9B-4394-B52C-81EEC5C907B1}" type="presParOf" srcId="{0FAEE979-FAAC-4425-B974-0A74640F1281}" destId="{DC724AF9-E016-4D0D-A7B1-F00FD720256B}" srcOrd="3" destOrd="0" presId="urn:microsoft.com/office/officeart/2005/8/layout/hierarchy1"/>
    <dgm:cxn modelId="{7C696AA2-9155-4CC8-9B02-A3349F641F57}" type="presParOf" srcId="{DC724AF9-E016-4D0D-A7B1-F00FD720256B}" destId="{CEBA1C89-CAA7-4C7E-A365-47A1131F0675}" srcOrd="0" destOrd="0" presId="urn:microsoft.com/office/officeart/2005/8/layout/hierarchy1"/>
    <dgm:cxn modelId="{C8ECDF4C-8836-4611-9B25-8D41E9280D59}" type="presParOf" srcId="{CEBA1C89-CAA7-4C7E-A365-47A1131F0675}" destId="{A433BD77-DA94-45EB-8B85-E73E3FB2A169}" srcOrd="0" destOrd="0" presId="urn:microsoft.com/office/officeart/2005/8/layout/hierarchy1"/>
    <dgm:cxn modelId="{83DD6611-2B2F-41A3-8F02-CA4794367427}" type="presParOf" srcId="{CEBA1C89-CAA7-4C7E-A365-47A1131F0675}" destId="{2C6305B3-8DFA-4BAE-9C63-B34882AF66A8}" srcOrd="1" destOrd="0" presId="urn:microsoft.com/office/officeart/2005/8/layout/hierarchy1"/>
    <dgm:cxn modelId="{C46F842C-36DD-4587-91C6-40401FCCB17E}" type="presParOf" srcId="{DC724AF9-E016-4D0D-A7B1-F00FD720256B}" destId="{1E360B58-4280-4BEB-923A-06CEE9C271A2}" srcOrd="1" destOrd="0" presId="urn:microsoft.com/office/officeart/2005/8/layout/hierarchy1"/>
    <dgm:cxn modelId="{A89B79E9-C26E-4A1A-98F3-B487D1D51366}" type="presParOf" srcId="{14D46BEE-9B6A-4301-853E-6967FCBEBA82}" destId="{78C31CE5-90BE-40AE-9DB7-A33B77EF0E31}" srcOrd="8" destOrd="0" presId="urn:microsoft.com/office/officeart/2005/8/layout/hierarchy1"/>
    <dgm:cxn modelId="{390AFDD3-5D0D-46EC-B255-58FA19B599B0}" type="presParOf" srcId="{14D46BEE-9B6A-4301-853E-6967FCBEBA82}" destId="{472ED645-92E3-4A62-B014-BA46C4B905AE}" srcOrd="9" destOrd="0" presId="urn:microsoft.com/office/officeart/2005/8/layout/hierarchy1"/>
    <dgm:cxn modelId="{032FF82A-ADE0-4B2D-A013-C8BFBA1F6452}" type="presParOf" srcId="{472ED645-92E3-4A62-B014-BA46C4B905AE}" destId="{0EDEBF23-8959-43E3-9424-6393F9F95FB3}" srcOrd="0" destOrd="0" presId="urn:microsoft.com/office/officeart/2005/8/layout/hierarchy1"/>
    <dgm:cxn modelId="{7FACCA9F-D466-4328-98EA-A08BD6C83885}" type="presParOf" srcId="{0EDEBF23-8959-43E3-9424-6393F9F95FB3}" destId="{ED6B1C2C-246C-43A4-A934-29193803A7E8}" srcOrd="0" destOrd="0" presId="urn:microsoft.com/office/officeart/2005/8/layout/hierarchy1"/>
    <dgm:cxn modelId="{9A832264-906E-4874-8445-1584AFC51FE7}" type="presParOf" srcId="{0EDEBF23-8959-43E3-9424-6393F9F95FB3}" destId="{6EA2854D-362B-4B53-B74A-C66B1C104751}" srcOrd="1" destOrd="0" presId="urn:microsoft.com/office/officeart/2005/8/layout/hierarchy1"/>
    <dgm:cxn modelId="{86988120-57C9-422A-B5C9-FA4144F61D67}" type="presParOf" srcId="{472ED645-92E3-4A62-B014-BA46C4B905AE}" destId="{518C51E5-A706-43B1-97BA-AE43548745A9}" srcOrd="1" destOrd="0" presId="urn:microsoft.com/office/officeart/2005/8/layout/hierarchy1"/>
    <dgm:cxn modelId="{58A621D8-3747-4F16-8B28-7D33CD8CC3D8}" type="presParOf" srcId="{518C51E5-A706-43B1-97BA-AE43548745A9}" destId="{63E7D44D-B319-4C9A-9EAE-F34543DB268F}" srcOrd="0" destOrd="0" presId="urn:microsoft.com/office/officeart/2005/8/layout/hierarchy1"/>
    <dgm:cxn modelId="{B00FE3CC-C241-4507-9FFF-3BFD32CA174C}" type="presParOf" srcId="{518C51E5-A706-43B1-97BA-AE43548745A9}" destId="{556D4FB1-024B-4521-9256-E614DFFA74B9}" srcOrd="1" destOrd="0" presId="urn:microsoft.com/office/officeart/2005/8/layout/hierarchy1"/>
    <dgm:cxn modelId="{1EC25D67-4153-460C-A4F2-19E9A97E537B}" type="presParOf" srcId="{556D4FB1-024B-4521-9256-E614DFFA74B9}" destId="{672820CC-1A3D-4472-8F10-1AAEFC9B3A9B}" srcOrd="0" destOrd="0" presId="urn:microsoft.com/office/officeart/2005/8/layout/hierarchy1"/>
    <dgm:cxn modelId="{1A301EB5-E1AA-44A7-95DB-E0329A5B3CAA}" type="presParOf" srcId="{672820CC-1A3D-4472-8F10-1AAEFC9B3A9B}" destId="{C633FAB7-00AB-4021-98F7-4224ADFE8EEF}" srcOrd="0" destOrd="0" presId="urn:microsoft.com/office/officeart/2005/8/layout/hierarchy1"/>
    <dgm:cxn modelId="{7D8CC096-9C29-4EA6-A295-0E61748D4EDF}" type="presParOf" srcId="{672820CC-1A3D-4472-8F10-1AAEFC9B3A9B}" destId="{CB0177DB-0B31-4C69-AB62-DB0FEEE009A1}" srcOrd="1" destOrd="0" presId="urn:microsoft.com/office/officeart/2005/8/layout/hierarchy1"/>
    <dgm:cxn modelId="{CE0CEDB3-5AEA-4D49-B1EF-CD69FDFE061A}" type="presParOf" srcId="{556D4FB1-024B-4521-9256-E614DFFA74B9}" destId="{8139C42B-D1B0-4171-AD15-E5B39349A3C6}" srcOrd="1" destOrd="0" presId="urn:microsoft.com/office/officeart/2005/8/layout/hierarchy1"/>
    <dgm:cxn modelId="{519688BC-B56A-4C53-86FC-617D1AE5A844}" type="presParOf" srcId="{8139C42B-D1B0-4171-AD15-E5B39349A3C6}" destId="{B26F6016-5400-4C31-BD10-F5F266E46119}" srcOrd="0" destOrd="0" presId="urn:microsoft.com/office/officeart/2005/8/layout/hierarchy1"/>
    <dgm:cxn modelId="{65BCC9B9-0792-44F7-871A-ABB24F50189D}" type="presParOf" srcId="{8139C42B-D1B0-4171-AD15-E5B39349A3C6}" destId="{4FB1C476-E9AC-424A-A5FD-203AAA24E097}" srcOrd="1" destOrd="0" presId="urn:microsoft.com/office/officeart/2005/8/layout/hierarchy1"/>
    <dgm:cxn modelId="{A478C9DE-FE38-4D99-BF30-5C1ADF7DFC68}" type="presParOf" srcId="{4FB1C476-E9AC-424A-A5FD-203AAA24E097}" destId="{F8D74EA5-1337-4EAD-8BDC-DD9F6FA523B6}" srcOrd="0" destOrd="0" presId="urn:microsoft.com/office/officeart/2005/8/layout/hierarchy1"/>
    <dgm:cxn modelId="{0BE3F21D-190E-43C1-B1ED-B65931C02FED}" type="presParOf" srcId="{F8D74EA5-1337-4EAD-8BDC-DD9F6FA523B6}" destId="{413A1BBF-268A-47D7-AC67-48ACB7118A4B}" srcOrd="0" destOrd="0" presId="urn:microsoft.com/office/officeart/2005/8/layout/hierarchy1"/>
    <dgm:cxn modelId="{919C7A84-128E-470F-B342-8D89F2137F62}" type="presParOf" srcId="{F8D74EA5-1337-4EAD-8BDC-DD9F6FA523B6}" destId="{A25ED7AD-16DD-41BC-A8D2-93E0D8025753}" srcOrd="1" destOrd="0" presId="urn:microsoft.com/office/officeart/2005/8/layout/hierarchy1"/>
    <dgm:cxn modelId="{A9D9330C-FAD8-49AD-85D1-C0BB2B4741DE}" type="presParOf" srcId="{4FB1C476-E9AC-424A-A5FD-203AAA24E097}" destId="{7230C370-1F89-45CC-8F1A-0BD7966F4AA6}" srcOrd="1" destOrd="0" presId="urn:microsoft.com/office/officeart/2005/8/layout/hierarchy1"/>
    <dgm:cxn modelId="{9511DA06-0CED-4373-8312-3522F58BD2F7}" type="presParOf" srcId="{8139C42B-D1B0-4171-AD15-E5B39349A3C6}" destId="{0812765B-75A8-4656-8F6D-87E7420F548E}" srcOrd="2" destOrd="0" presId="urn:microsoft.com/office/officeart/2005/8/layout/hierarchy1"/>
    <dgm:cxn modelId="{2FC04D78-CC42-439F-B6EE-5E27ED3B0453}" type="presParOf" srcId="{8139C42B-D1B0-4171-AD15-E5B39349A3C6}" destId="{3D89EEB7-D229-4636-A54E-550A84745A92}" srcOrd="3" destOrd="0" presId="urn:microsoft.com/office/officeart/2005/8/layout/hierarchy1"/>
    <dgm:cxn modelId="{DDE57832-A4C0-4FC7-BB92-AFE051B908D3}" type="presParOf" srcId="{3D89EEB7-D229-4636-A54E-550A84745A92}" destId="{E5490E85-1C06-44AD-88A2-00C53C76115C}" srcOrd="0" destOrd="0" presId="urn:microsoft.com/office/officeart/2005/8/layout/hierarchy1"/>
    <dgm:cxn modelId="{AEC9F5DE-9A5B-40FE-BEAD-691981F952C9}" type="presParOf" srcId="{E5490E85-1C06-44AD-88A2-00C53C76115C}" destId="{977263D8-8575-4FD4-A9E8-32679C254461}" srcOrd="0" destOrd="0" presId="urn:microsoft.com/office/officeart/2005/8/layout/hierarchy1"/>
    <dgm:cxn modelId="{1876356A-889A-4C2E-8FDE-BD05AFBAD03A}" type="presParOf" srcId="{E5490E85-1C06-44AD-88A2-00C53C76115C}" destId="{3224457C-B536-411B-B319-A447F6FD8E35}" srcOrd="1" destOrd="0" presId="urn:microsoft.com/office/officeart/2005/8/layout/hierarchy1"/>
    <dgm:cxn modelId="{71EE6C00-1DEF-4939-B009-B3C3B418E5B5}" type="presParOf" srcId="{3D89EEB7-D229-4636-A54E-550A84745A92}" destId="{76AFF0C0-F980-4248-BFF2-64B456AED092}" srcOrd="1" destOrd="0" presId="urn:microsoft.com/office/officeart/2005/8/layout/hierarchy1"/>
    <dgm:cxn modelId="{80A69716-8D24-4082-B93F-8662E09C356B}" type="presParOf" srcId="{8139C42B-D1B0-4171-AD15-E5B39349A3C6}" destId="{C4EE70B3-89D2-4B73-BC0F-2B6A1E8FF661}" srcOrd="4" destOrd="0" presId="urn:microsoft.com/office/officeart/2005/8/layout/hierarchy1"/>
    <dgm:cxn modelId="{FC2AB3B9-D8E5-4053-8505-2EC96C6A79C0}" type="presParOf" srcId="{8139C42B-D1B0-4171-AD15-E5B39349A3C6}" destId="{32556995-0352-44C0-95AB-D7ACB87C6255}" srcOrd="5" destOrd="0" presId="urn:microsoft.com/office/officeart/2005/8/layout/hierarchy1"/>
    <dgm:cxn modelId="{0FC8DD75-BF75-4F03-AC87-1AFDAFDFF378}" type="presParOf" srcId="{32556995-0352-44C0-95AB-D7ACB87C6255}" destId="{5F2C99F0-315B-477D-9B21-5FEDDCC3E7B3}" srcOrd="0" destOrd="0" presId="urn:microsoft.com/office/officeart/2005/8/layout/hierarchy1"/>
    <dgm:cxn modelId="{337767FE-95B1-4133-9204-B7F11FD86522}" type="presParOf" srcId="{5F2C99F0-315B-477D-9B21-5FEDDCC3E7B3}" destId="{88E0940D-8E93-457D-A99C-D1E86B126C8F}" srcOrd="0" destOrd="0" presId="urn:microsoft.com/office/officeart/2005/8/layout/hierarchy1"/>
    <dgm:cxn modelId="{D2AE84A6-3F13-40CE-843F-7753EB098A7C}" type="presParOf" srcId="{5F2C99F0-315B-477D-9B21-5FEDDCC3E7B3}" destId="{080661E1-B544-4462-BEC6-121CF3DD191D}" srcOrd="1" destOrd="0" presId="urn:microsoft.com/office/officeart/2005/8/layout/hierarchy1"/>
    <dgm:cxn modelId="{CEF93A74-0AB9-421D-84DB-C349786247C3}" type="presParOf" srcId="{32556995-0352-44C0-95AB-D7ACB87C6255}" destId="{3DCA5619-F43D-4E51-9F2C-C73AD88E1706}" srcOrd="1" destOrd="0" presId="urn:microsoft.com/office/officeart/2005/8/layout/hierarchy1"/>
    <dgm:cxn modelId="{F4A76767-2EF1-472B-8D59-D3DA21E34AEC}" type="presParOf" srcId="{8139C42B-D1B0-4171-AD15-E5B39349A3C6}" destId="{122DBCEE-90C2-41F3-849B-81BC8B481568}" srcOrd="6" destOrd="0" presId="urn:microsoft.com/office/officeart/2005/8/layout/hierarchy1"/>
    <dgm:cxn modelId="{EBDDE726-8475-4656-8788-871EBEEDE74D}" type="presParOf" srcId="{8139C42B-D1B0-4171-AD15-E5B39349A3C6}" destId="{BC07DAC4-CF50-4506-940E-BE5DE4341136}" srcOrd="7" destOrd="0" presId="urn:microsoft.com/office/officeart/2005/8/layout/hierarchy1"/>
    <dgm:cxn modelId="{DA8288F6-3DA9-409C-B2B5-AE94712E5418}" type="presParOf" srcId="{BC07DAC4-CF50-4506-940E-BE5DE4341136}" destId="{A6E3FA52-0182-4EED-8152-D0D464937CF2}" srcOrd="0" destOrd="0" presId="urn:microsoft.com/office/officeart/2005/8/layout/hierarchy1"/>
    <dgm:cxn modelId="{FAFF0411-969A-49F5-8306-035698AAF92F}" type="presParOf" srcId="{A6E3FA52-0182-4EED-8152-D0D464937CF2}" destId="{7D97F12A-34EC-4B64-B23A-FEFF8F45A92E}" srcOrd="0" destOrd="0" presId="urn:microsoft.com/office/officeart/2005/8/layout/hierarchy1"/>
    <dgm:cxn modelId="{C0957821-AB35-436F-A593-7B57932D3B51}" type="presParOf" srcId="{A6E3FA52-0182-4EED-8152-D0D464937CF2}" destId="{9C549702-269A-49EF-9C86-72376C743F94}" srcOrd="1" destOrd="0" presId="urn:microsoft.com/office/officeart/2005/8/layout/hierarchy1"/>
    <dgm:cxn modelId="{5E71D821-6BEE-4230-BFD6-B445166FD980}" type="presParOf" srcId="{BC07DAC4-CF50-4506-940E-BE5DE4341136}" destId="{0B45428E-DC5C-4FB1-866A-C0200244C7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69C693-F61C-45ED-9E2B-027A14762B2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53FDFA-CCA2-45E6-B192-DAD1C9EC51D3}">
      <dgm:prSet/>
      <dgm:spPr/>
      <dgm:t>
        <a:bodyPr/>
        <a:lstStyle/>
        <a:p>
          <a:r>
            <a:rPr lang="en-US" b="0" i="0" dirty="0"/>
            <a:t>Faculty Login</a:t>
          </a:r>
          <a:endParaRPr lang="en-IN" dirty="0"/>
        </a:p>
      </dgm:t>
    </dgm:pt>
    <dgm:pt modelId="{711FF5E8-D847-4AE1-9DB1-341288EE9CF5}" type="parTrans" cxnId="{FD09B8D4-764E-45C2-B239-A99FCA4ACFFE}">
      <dgm:prSet/>
      <dgm:spPr/>
      <dgm:t>
        <a:bodyPr/>
        <a:lstStyle/>
        <a:p>
          <a:endParaRPr lang="en-IN"/>
        </a:p>
      </dgm:t>
    </dgm:pt>
    <dgm:pt modelId="{81F19189-6274-4307-82F4-8FDEA2291309}" type="sibTrans" cxnId="{FD09B8D4-764E-45C2-B239-A99FCA4ACFFE}">
      <dgm:prSet/>
      <dgm:spPr/>
      <dgm:t>
        <a:bodyPr/>
        <a:lstStyle/>
        <a:p>
          <a:endParaRPr lang="en-IN"/>
        </a:p>
      </dgm:t>
    </dgm:pt>
    <dgm:pt modelId="{E16F10D0-6E0E-4644-B882-045D02BD9561}">
      <dgm:prSet/>
      <dgm:spPr/>
      <dgm:t>
        <a:bodyPr/>
        <a:lstStyle/>
        <a:p>
          <a:r>
            <a:rPr lang="en-IN"/>
            <a:t>Selects Class</a:t>
          </a:r>
          <a:endParaRPr lang="en-IN" dirty="0"/>
        </a:p>
      </dgm:t>
    </dgm:pt>
    <dgm:pt modelId="{400BC7C4-87EE-4114-A000-6C91F7C9939D}" type="parTrans" cxnId="{B2104CFE-EBDA-44FD-9909-BD7E89EB5544}">
      <dgm:prSet/>
      <dgm:spPr/>
      <dgm:t>
        <a:bodyPr/>
        <a:lstStyle/>
        <a:p>
          <a:endParaRPr lang="en-IN"/>
        </a:p>
      </dgm:t>
    </dgm:pt>
    <dgm:pt modelId="{3C276A44-4624-4771-A953-7C10A1EC6FB3}" type="sibTrans" cxnId="{B2104CFE-EBDA-44FD-9909-BD7E89EB5544}">
      <dgm:prSet/>
      <dgm:spPr/>
      <dgm:t>
        <a:bodyPr/>
        <a:lstStyle/>
        <a:p>
          <a:endParaRPr lang="en-IN"/>
        </a:p>
      </dgm:t>
    </dgm:pt>
    <dgm:pt modelId="{EAC21D6D-AF6A-4299-8179-0F5BED8AE705}">
      <dgm:prSet/>
      <dgm:spPr/>
      <dgm:t>
        <a:bodyPr/>
        <a:lstStyle/>
        <a:p>
          <a:r>
            <a:rPr lang="en-IN" dirty="0"/>
            <a:t>Take Attendance</a:t>
          </a:r>
        </a:p>
      </dgm:t>
    </dgm:pt>
    <dgm:pt modelId="{D8F3703B-E974-42EB-9D34-2CFBBC9AF9C1}" type="parTrans" cxnId="{F3D8C698-61F0-4C02-9832-44C5E90E6730}">
      <dgm:prSet/>
      <dgm:spPr/>
      <dgm:t>
        <a:bodyPr/>
        <a:lstStyle/>
        <a:p>
          <a:endParaRPr lang="en-IN"/>
        </a:p>
      </dgm:t>
    </dgm:pt>
    <dgm:pt modelId="{7F68AAB8-6554-400E-8D68-C3BAAAF0BAC4}" type="sibTrans" cxnId="{F3D8C698-61F0-4C02-9832-44C5E90E6730}">
      <dgm:prSet/>
      <dgm:spPr/>
      <dgm:t>
        <a:bodyPr/>
        <a:lstStyle/>
        <a:p>
          <a:endParaRPr lang="en-IN"/>
        </a:p>
      </dgm:t>
    </dgm:pt>
    <dgm:pt modelId="{77320E1A-BC84-46CE-8904-08DE59A62693}">
      <dgm:prSet/>
      <dgm:spPr/>
      <dgm:t>
        <a:bodyPr/>
        <a:lstStyle/>
        <a:p>
          <a:r>
            <a:rPr lang="en-IN" dirty="0"/>
            <a:t>Show Less Than 75% Attendance Students</a:t>
          </a:r>
        </a:p>
      </dgm:t>
    </dgm:pt>
    <dgm:pt modelId="{1774BED2-CF8B-47E9-9FA9-35F15E24BE21}" type="parTrans" cxnId="{77C51097-6C6F-447C-A32C-0CBB7821DCC2}">
      <dgm:prSet/>
      <dgm:spPr/>
      <dgm:t>
        <a:bodyPr/>
        <a:lstStyle/>
        <a:p>
          <a:endParaRPr lang="en-IN"/>
        </a:p>
      </dgm:t>
    </dgm:pt>
    <dgm:pt modelId="{FBD7507D-9EEB-4271-8769-3F831F5399B3}" type="sibTrans" cxnId="{77C51097-6C6F-447C-A32C-0CBB7821DCC2}">
      <dgm:prSet/>
      <dgm:spPr/>
      <dgm:t>
        <a:bodyPr/>
        <a:lstStyle/>
        <a:p>
          <a:endParaRPr lang="en-IN"/>
        </a:p>
      </dgm:t>
    </dgm:pt>
    <dgm:pt modelId="{3A163767-BFF8-4C66-AA4A-D3F2904B2389}">
      <dgm:prSet/>
      <dgm:spPr/>
      <dgm:t>
        <a:bodyPr/>
        <a:lstStyle/>
        <a:p>
          <a:r>
            <a:rPr lang="en-IN"/>
            <a:t>Enter Date</a:t>
          </a:r>
          <a:endParaRPr lang="en-IN" dirty="0"/>
        </a:p>
      </dgm:t>
    </dgm:pt>
    <dgm:pt modelId="{DC6EA8C9-9038-408D-A4AC-B31C5103FC92}" type="parTrans" cxnId="{249BF850-D6A3-474C-BE02-8614C49AD1E1}">
      <dgm:prSet/>
      <dgm:spPr/>
      <dgm:t>
        <a:bodyPr/>
        <a:lstStyle/>
        <a:p>
          <a:endParaRPr lang="en-IN"/>
        </a:p>
      </dgm:t>
    </dgm:pt>
    <dgm:pt modelId="{69921623-2A71-4B74-A09F-F2ECCE871EB0}" type="sibTrans" cxnId="{249BF850-D6A3-474C-BE02-8614C49AD1E1}">
      <dgm:prSet/>
      <dgm:spPr/>
      <dgm:t>
        <a:bodyPr/>
        <a:lstStyle/>
        <a:p>
          <a:endParaRPr lang="en-IN"/>
        </a:p>
      </dgm:t>
    </dgm:pt>
    <dgm:pt modelId="{747D8073-3B59-4309-A7F7-7FA2EDAD788E}">
      <dgm:prSet/>
      <dgm:spPr/>
      <dgm:t>
        <a:bodyPr/>
        <a:lstStyle/>
        <a:p>
          <a:r>
            <a:rPr lang="en-IN" dirty="0"/>
            <a:t>Enter Lecture No.</a:t>
          </a:r>
        </a:p>
      </dgm:t>
    </dgm:pt>
    <dgm:pt modelId="{64E52D3C-9396-41BE-AFD9-7DEE2BEA1BDC}" type="parTrans" cxnId="{4B9F0551-C605-4864-B04C-88F101571F03}">
      <dgm:prSet/>
      <dgm:spPr/>
      <dgm:t>
        <a:bodyPr/>
        <a:lstStyle/>
        <a:p>
          <a:endParaRPr lang="en-IN"/>
        </a:p>
      </dgm:t>
    </dgm:pt>
    <dgm:pt modelId="{669BB4A5-F6E1-49B7-92A1-AC19F68A9D1D}" type="sibTrans" cxnId="{4B9F0551-C605-4864-B04C-88F101571F03}">
      <dgm:prSet/>
      <dgm:spPr/>
      <dgm:t>
        <a:bodyPr/>
        <a:lstStyle/>
        <a:p>
          <a:endParaRPr lang="en-IN"/>
        </a:p>
      </dgm:t>
    </dgm:pt>
    <dgm:pt modelId="{8AEFAC3A-3FCC-45CB-8123-24B1F564CF9E}">
      <dgm:prSet/>
      <dgm:spPr/>
      <dgm:t>
        <a:bodyPr/>
        <a:lstStyle/>
        <a:p>
          <a:r>
            <a:rPr lang="en-IN" dirty="0"/>
            <a:t>Take Attendance and Save</a:t>
          </a:r>
        </a:p>
      </dgm:t>
    </dgm:pt>
    <dgm:pt modelId="{39D75C8C-7B84-4634-A55C-50809041D413}" type="parTrans" cxnId="{E2A80C70-E985-4BD7-AFE1-01BF30F0DCED}">
      <dgm:prSet/>
      <dgm:spPr/>
      <dgm:t>
        <a:bodyPr/>
        <a:lstStyle/>
        <a:p>
          <a:endParaRPr lang="en-IN"/>
        </a:p>
      </dgm:t>
    </dgm:pt>
    <dgm:pt modelId="{153B62A0-8F23-47B5-899A-AB69AA84FBF8}" type="sibTrans" cxnId="{E2A80C70-E985-4BD7-AFE1-01BF30F0DCED}">
      <dgm:prSet/>
      <dgm:spPr/>
      <dgm:t>
        <a:bodyPr/>
        <a:lstStyle/>
        <a:p>
          <a:endParaRPr lang="en-IN"/>
        </a:p>
      </dgm:t>
    </dgm:pt>
    <dgm:pt modelId="{C32C98B6-519C-4A90-9395-7D423DEC3B49}">
      <dgm:prSet/>
      <dgm:spPr/>
      <dgm:t>
        <a:bodyPr/>
        <a:lstStyle/>
        <a:p>
          <a:r>
            <a:rPr lang="en-IN" dirty="0"/>
            <a:t>Live Attendance</a:t>
          </a:r>
        </a:p>
      </dgm:t>
    </dgm:pt>
    <dgm:pt modelId="{05D496B8-FADD-497F-808C-F772292C40A1}" type="parTrans" cxnId="{6326AF59-3D49-4363-8F69-A852F24EC59E}">
      <dgm:prSet/>
      <dgm:spPr/>
      <dgm:t>
        <a:bodyPr/>
        <a:lstStyle/>
        <a:p>
          <a:endParaRPr lang="en-IN"/>
        </a:p>
      </dgm:t>
    </dgm:pt>
    <dgm:pt modelId="{88C8D6B0-00F5-47FE-A7B2-F0CF25378E52}" type="sibTrans" cxnId="{6326AF59-3D49-4363-8F69-A852F24EC59E}">
      <dgm:prSet/>
      <dgm:spPr/>
      <dgm:t>
        <a:bodyPr/>
        <a:lstStyle/>
        <a:p>
          <a:endParaRPr lang="en-IN"/>
        </a:p>
      </dgm:t>
    </dgm:pt>
    <dgm:pt modelId="{2D0EBCFD-5E04-4581-84FB-84645F18BF44}">
      <dgm:prSet/>
      <dgm:spPr/>
      <dgm:t>
        <a:bodyPr/>
        <a:lstStyle/>
        <a:p>
          <a:r>
            <a:rPr lang="en-IN" dirty="0"/>
            <a:t>Show Attendance Records</a:t>
          </a:r>
        </a:p>
      </dgm:t>
    </dgm:pt>
    <dgm:pt modelId="{445BF466-CBE5-43FE-B40A-19701B35E976}" type="parTrans" cxnId="{105FFE0A-AE14-4D87-B3C8-D586A0F42261}">
      <dgm:prSet/>
      <dgm:spPr/>
      <dgm:t>
        <a:bodyPr/>
        <a:lstStyle/>
        <a:p>
          <a:endParaRPr lang="en-IN"/>
        </a:p>
      </dgm:t>
    </dgm:pt>
    <dgm:pt modelId="{2920B618-2192-418F-A7D3-778727F2CF9C}" type="sibTrans" cxnId="{105FFE0A-AE14-4D87-B3C8-D586A0F42261}">
      <dgm:prSet/>
      <dgm:spPr/>
      <dgm:t>
        <a:bodyPr/>
        <a:lstStyle/>
        <a:p>
          <a:endParaRPr lang="en-IN"/>
        </a:p>
      </dgm:t>
    </dgm:pt>
    <dgm:pt modelId="{86986341-BA41-43ED-88B2-E2455E900AF7}">
      <dgm:prSet/>
      <dgm:spPr/>
      <dgm:t>
        <a:bodyPr/>
        <a:lstStyle/>
        <a:p>
          <a:r>
            <a:rPr lang="en-IN"/>
            <a:t>All Absent or Present</a:t>
          </a:r>
          <a:endParaRPr lang="en-IN" dirty="0"/>
        </a:p>
      </dgm:t>
    </dgm:pt>
    <dgm:pt modelId="{E4E03FC4-62DF-4E59-8DEB-B386DA5DCAEC}" type="parTrans" cxnId="{F113D6BD-F977-41C0-955B-05D53E58251D}">
      <dgm:prSet/>
      <dgm:spPr/>
      <dgm:t>
        <a:bodyPr/>
        <a:lstStyle/>
        <a:p>
          <a:endParaRPr lang="en-IN"/>
        </a:p>
      </dgm:t>
    </dgm:pt>
    <dgm:pt modelId="{5B399171-AE1B-4AB8-AAF1-EA60EF698A80}" type="sibTrans" cxnId="{F113D6BD-F977-41C0-955B-05D53E58251D}">
      <dgm:prSet/>
      <dgm:spPr/>
      <dgm:t>
        <a:bodyPr/>
        <a:lstStyle/>
        <a:p>
          <a:endParaRPr lang="en-IN"/>
        </a:p>
      </dgm:t>
    </dgm:pt>
    <dgm:pt modelId="{44CFE73A-E977-4953-AFEC-71026644105F}">
      <dgm:prSet/>
      <dgm:spPr/>
      <dgm:t>
        <a:bodyPr/>
        <a:lstStyle/>
        <a:p>
          <a:r>
            <a:rPr lang="en-IN" dirty="0"/>
            <a:t>Edit / Delete Attendance Records</a:t>
          </a:r>
        </a:p>
      </dgm:t>
    </dgm:pt>
    <dgm:pt modelId="{D370813B-1E27-46D8-8B02-080FA8A1AA2C}" type="parTrans" cxnId="{9BA2D7E2-4F95-4E2D-9354-B42C05081EEC}">
      <dgm:prSet/>
      <dgm:spPr/>
      <dgm:t>
        <a:bodyPr/>
        <a:lstStyle/>
        <a:p>
          <a:endParaRPr lang="en-IN"/>
        </a:p>
      </dgm:t>
    </dgm:pt>
    <dgm:pt modelId="{52C51D9C-C0B0-462B-B0C8-E762700C5B24}" type="sibTrans" cxnId="{9BA2D7E2-4F95-4E2D-9354-B42C05081EEC}">
      <dgm:prSet/>
      <dgm:spPr/>
      <dgm:t>
        <a:bodyPr/>
        <a:lstStyle/>
        <a:p>
          <a:endParaRPr lang="en-IN"/>
        </a:p>
      </dgm:t>
    </dgm:pt>
    <dgm:pt modelId="{55C379E5-181E-49E4-8C06-9726DF33D673}">
      <dgm:prSet/>
      <dgm:spPr/>
      <dgm:t>
        <a:bodyPr/>
        <a:lstStyle/>
        <a:p>
          <a:r>
            <a:rPr lang="en-IN" dirty="0"/>
            <a:t>Notify Custom / Default Message</a:t>
          </a:r>
        </a:p>
      </dgm:t>
    </dgm:pt>
    <dgm:pt modelId="{4E9CA799-67BA-418D-9612-FC6F2D275341}" type="parTrans" cxnId="{C2671726-7137-4FC3-AEBB-A5BC0741DE6E}">
      <dgm:prSet/>
      <dgm:spPr/>
      <dgm:t>
        <a:bodyPr/>
        <a:lstStyle/>
        <a:p>
          <a:endParaRPr lang="en-IN"/>
        </a:p>
      </dgm:t>
    </dgm:pt>
    <dgm:pt modelId="{97E21FCC-05D4-4D2C-93F8-B93A04980954}" type="sibTrans" cxnId="{C2671726-7137-4FC3-AEBB-A5BC0741DE6E}">
      <dgm:prSet/>
      <dgm:spPr/>
      <dgm:t>
        <a:bodyPr/>
        <a:lstStyle/>
        <a:p>
          <a:endParaRPr lang="en-IN"/>
        </a:p>
      </dgm:t>
    </dgm:pt>
    <dgm:pt modelId="{24A250D9-590C-46DA-9832-A1BE13E60D14}">
      <dgm:prSet/>
      <dgm:spPr/>
      <dgm:t>
        <a:bodyPr/>
        <a:lstStyle/>
        <a:p>
          <a:r>
            <a:rPr lang="en-IN"/>
            <a:t>Profile</a:t>
          </a:r>
          <a:endParaRPr lang="en-IN" dirty="0"/>
        </a:p>
      </dgm:t>
    </dgm:pt>
    <dgm:pt modelId="{62D7D053-7E60-44B7-8AEA-B886E71776A9}" type="parTrans" cxnId="{BE7F20DB-33D1-42B9-B7CC-F0EF0C1CE4FE}">
      <dgm:prSet/>
      <dgm:spPr/>
      <dgm:t>
        <a:bodyPr/>
        <a:lstStyle/>
        <a:p>
          <a:endParaRPr lang="en-IN"/>
        </a:p>
      </dgm:t>
    </dgm:pt>
    <dgm:pt modelId="{67D98ECB-E41B-41CA-9BC3-238F1339CB22}" type="sibTrans" cxnId="{BE7F20DB-33D1-42B9-B7CC-F0EF0C1CE4FE}">
      <dgm:prSet/>
      <dgm:spPr/>
      <dgm:t>
        <a:bodyPr/>
        <a:lstStyle/>
        <a:p>
          <a:endParaRPr lang="en-IN"/>
        </a:p>
      </dgm:t>
    </dgm:pt>
    <dgm:pt modelId="{2463E817-5DFF-421B-BDD4-CBA165E48E18}">
      <dgm:prSet/>
      <dgm:spPr/>
      <dgm:t>
        <a:bodyPr/>
        <a:lstStyle/>
        <a:p>
          <a:r>
            <a:rPr lang="en-IN" dirty="0"/>
            <a:t>Edit</a:t>
          </a:r>
        </a:p>
      </dgm:t>
    </dgm:pt>
    <dgm:pt modelId="{7B8E3AC3-83F3-44FE-890B-6BEDA4A607F5}" type="parTrans" cxnId="{8996B954-7A5A-4FD6-B6F7-32C9C5F44A32}">
      <dgm:prSet/>
      <dgm:spPr/>
      <dgm:t>
        <a:bodyPr/>
        <a:lstStyle/>
        <a:p>
          <a:endParaRPr lang="en-IN"/>
        </a:p>
      </dgm:t>
    </dgm:pt>
    <dgm:pt modelId="{8B4A960E-00BD-4842-8638-D32CD7786317}" type="sibTrans" cxnId="{8996B954-7A5A-4FD6-B6F7-32C9C5F44A32}">
      <dgm:prSet/>
      <dgm:spPr/>
      <dgm:t>
        <a:bodyPr/>
        <a:lstStyle/>
        <a:p>
          <a:endParaRPr lang="en-IN"/>
        </a:p>
      </dgm:t>
    </dgm:pt>
    <dgm:pt modelId="{897CAE38-D24C-422C-803D-225413014B2B}">
      <dgm:prSet/>
      <dgm:spPr/>
      <dgm:t>
        <a:bodyPr/>
        <a:lstStyle/>
        <a:p>
          <a:r>
            <a:rPr lang="en-IN"/>
            <a:t>Logout</a:t>
          </a:r>
          <a:endParaRPr lang="en-IN" dirty="0"/>
        </a:p>
      </dgm:t>
    </dgm:pt>
    <dgm:pt modelId="{DF6F81DE-C9EB-4BA2-9495-09D7E575F393}" type="parTrans" cxnId="{3D8FA396-2581-4EC0-BAA4-0040674F7CDA}">
      <dgm:prSet/>
      <dgm:spPr/>
      <dgm:t>
        <a:bodyPr/>
        <a:lstStyle/>
        <a:p>
          <a:endParaRPr lang="en-IN"/>
        </a:p>
      </dgm:t>
    </dgm:pt>
    <dgm:pt modelId="{9EF62AD5-9EAB-4760-923A-EF34D692D620}" type="sibTrans" cxnId="{3D8FA396-2581-4EC0-BAA4-0040674F7CDA}">
      <dgm:prSet/>
      <dgm:spPr/>
      <dgm:t>
        <a:bodyPr/>
        <a:lstStyle/>
        <a:p>
          <a:endParaRPr lang="en-IN"/>
        </a:p>
      </dgm:t>
    </dgm:pt>
    <dgm:pt modelId="{26F75DB7-3823-48F7-9D74-BF1FAC375767}" type="pres">
      <dgm:prSet presAssocID="{EA69C693-F61C-45ED-9E2B-027A14762B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2994DD-2AE0-4FA4-998E-72BA68110621}" type="pres">
      <dgm:prSet presAssocID="{C753FDFA-CCA2-45E6-B192-DAD1C9EC51D3}" presName="hierRoot1" presStyleCnt="0"/>
      <dgm:spPr/>
    </dgm:pt>
    <dgm:pt modelId="{89A097F4-3FAB-46AC-8E6C-40EF3C3C17EB}" type="pres">
      <dgm:prSet presAssocID="{C753FDFA-CCA2-45E6-B192-DAD1C9EC51D3}" presName="composite" presStyleCnt="0"/>
      <dgm:spPr/>
    </dgm:pt>
    <dgm:pt modelId="{E3D5865D-6602-4A5E-958B-898A4354B4F9}" type="pres">
      <dgm:prSet presAssocID="{C753FDFA-CCA2-45E6-B192-DAD1C9EC51D3}" presName="background" presStyleLbl="node0" presStyleIdx="0" presStyleCnt="1"/>
      <dgm:spPr/>
    </dgm:pt>
    <dgm:pt modelId="{3DEEB2ED-10E8-43C9-8552-6159E39522B3}" type="pres">
      <dgm:prSet presAssocID="{C753FDFA-CCA2-45E6-B192-DAD1C9EC51D3}" presName="text" presStyleLbl="fgAcc0" presStyleIdx="0" presStyleCnt="1">
        <dgm:presLayoutVars>
          <dgm:chPref val="3"/>
        </dgm:presLayoutVars>
      </dgm:prSet>
      <dgm:spPr/>
    </dgm:pt>
    <dgm:pt modelId="{14D46BEE-9B6A-4301-853E-6967FCBEBA82}" type="pres">
      <dgm:prSet presAssocID="{C753FDFA-CCA2-45E6-B192-DAD1C9EC51D3}" presName="hierChild2" presStyleCnt="0"/>
      <dgm:spPr/>
    </dgm:pt>
    <dgm:pt modelId="{4FABA63E-6760-41DD-83FA-389D72500B5A}" type="pres">
      <dgm:prSet presAssocID="{62D7D053-7E60-44B7-8AEA-B886E71776A9}" presName="Name10" presStyleLbl="parChTrans1D2" presStyleIdx="0" presStyleCnt="2"/>
      <dgm:spPr/>
    </dgm:pt>
    <dgm:pt modelId="{9B1F8792-F220-465C-9291-E757EBADE7AB}" type="pres">
      <dgm:prSet presAssocID="{24A250D9-590C-46DA-9832-A1BE13E60D14}" presName="hierRoot2" presStyleCnt="0"/>
      <dgm:spPr/>
    </dgm:pt>
    <dgm:pt modelId="{4A2E7D3D-2698-4043-9065-552A9F436FD9}" type="pres">
      <dgm:prSet presAssocID="{24A250D9-590C-46DA-9832-A1BE13E60D14}" presName="composite2" presStyleCnt="0"/>
      <dgm:spPr/>
    </dgm:pt>
    <dgm:pt modelId="{D63DBBC8-4BFB-4E26-995D-E044816EDD84}" type="pres">
      <dgm:prSet presAssocID="{24A250D9-590C-46DA-9832-A1BE13E60D14}" presName="background2" presStyleLbl="node2" presStyleIdx="0" presStyleCnt="2"/>
      <dgm:spPr/>
    </dgm:pt>
    <dgm:pt modelId="{6B0D742A-4B2B-4699-9555-3178BAC73CC9}" type="pres">
      <dgm:prSet presAssocID="{24A250D9-590C-46DA-9832-A1BE13E60D14}" presName="text2" presStyleLbl="fgAcc2" presStyleIdx="0" presStyleCnt="2">
        <dgm:presLayoutVars>
          <dgm:chPref val="3"/>
        </dgm:presLayoutVars>
      </dgm:prSet>
      <dgm:spPr/>
    </dgm:pt>
    <dgm:pt modelId="{0E5F88E8-985C-47F9-9B6B-D2B3A6B1A47E}" type="pres">
      <dgm:prSet presAssocID="{24A250D9-590C-46DA-9832-A1BE13E60D14}" presName="hierChild3" presStyleCnt="0"/>
      <dgm:spPr/>
    </dgm:pt>
    <dgm:pt modelId="{BF044877-5CE1-4055-BF6C-3B9ECCE90CD1}" type="pres">
      <dgm:prSet presAssocID="{7B8E3AC3-83F3-44FE-890B-6BEDA4A607F5}" presName="Name17" presStyleLbl="parChTrans1D3" presStyleIdx="0" presStyleCnt="5"/>
      <dgm:spPr/>
    </dgm:pt>
    <dgm:pt modelId="{CAAAE138-8B41-45B5-AAD8-6A2630FE76AA}" type="pres">
      <dgm:prSet presAssocID="{2463E817-5DFF-421B-BDD4-CBA165E48E18}" presName="hierRoot3" presStyleCnt="0"/>
      <dgm:spPr/>
    </dgm:pt>
    <dgm:pt modelId="{79BD5960-E89D-4122-AA15-D1D6F1F8155F}" type="pres">
      <dgm:prSet presAssocID="{2463E817-5DFF-421B-BDD4-CBA165E48E18}" presName="composite3" presStyleCnt="0"/>
      <dgm:spPr/>
    </dgm:pt>
    <dgm:pt modelId="{A899E109-CF59-49DD-8407-67501532BB56}" type="pres">
      <dgm:prSet presAssocID="{2463E817-5DFF-421B-BDD4-CBA165E48E18}" presName="background3" presStyleLbl="node3" presStyleIdx="0" presStyleCnt="5"/>
      <dgm:spPr/>
    </dgm:pt>
    <dgm:pt modelId="{A5F5E81A-6453-48B7-8C88-A7A1161C30CC}" type="pres">
      <dgm:prSet presAssocID="{2463E817-5DFF-421B-BDD4-CBA165E48E18}" presName="text3" presStyleLbl="fgAcc3" presStyleIdx="0" presStyleCnt="5">
        <dgm:presLayoutVars>
          <dgm:chPref val="3"/>
        </dgm:presLayoutVars>
      </dgm:prSet>
      <dgm:spPr/>
    </dgm:pt>
    <dgm:pt modelId="{7B8A3A98-B653-41B4-AF9F-5B9BDEEC8565}" type="pres">
      <dgm:prSet presAssocID="{2463E817-5DFF-421B-BDD4-CBA165E48E18}" presName="hierChild4" presStyleCnt="0"/>
      <dgm:spPr/>
    </dgm:pt>
    <dgm:pt modelId="{E5EEA14E-9527-41D8-9BCD-0C90CAA80888}" type="pres">
      <dgm:prSet presAssocID="{DF6F81DE-C9EB-4BA2-9495-09D7E575F393}" presName="Name17" presStyleLbl="parChTrans1D3" presStyleIdx="1" presStyleCnt="5"/>
      <dgm:spPr/>
    </dgm:pt>
    <dgm:pt modelId="{C9D75CDA-1C82-4A0B-AEEB-2B7FBA13D699}" type="pres">
      <dgm:prSet presAssocID="{897CAE38-D24C-422C-803D-225413014B2B}" presName="hierRoot3" presStyleCnt="0"/>
      <dgm:spPr/>
    </dgm:pt>
    <dgm:pt modelId="{BB8D1814-1FA7-4B69-8CB3-DB05CDA9EA7F}" type="pres">
      <dgm:prSet presAssocID="{897CAE38-D24C-422C-803D-225413014B2B}" presName="composite3" presStyleCnt="0"/>
      <dgm:spPr/>
    </dgm:pt>
    <dgm:pt modelId="{AB73843D-6EBD-4118-B013-182B5FB984A0}" type="pres">
      <dgm:prSet presAssocID="{897CAE38-D24C-422C-803D-225413014B2B}" presName="background3" presStyleLbl="node3" presStyleIdx="1" presStyleCnt="5"/>
      <dgm:spPr/>
    </dgm:pt>
    <dgm:pt modelId="{298B6577-CBEA-47F1-B0E1-7DFBA7FE679A}" type="pres">
      <dgm:prSet presAssocID="{897CAE38-D24C-422C-803D-225413014B2B}" presName="text3" presStyleLbl="fgAcc3" presStyleIdx="1" presStyleCnt="5">
        <dgm:presLayoutVars>
          <dgm:chPref val="3"/>
        </dgm:presLayoutVars>
      </dgm:prSet>
      <dgm:spPr/>
    </dgm:pt>
    <dgm:pt modelId="{0009CF09-C77B-4FF4-A64B-A1EE6048B306}" type="pres">
      <dgm:prSet presAssocID="{897CAE38-D24C-422C-803D-225413014B2B}" presName="hierChild4" presStyleCnt="0"/>
      <dgm:spPr/>
    </dgm:pt>
    <dgm:pt modelId="{081D9458-1695-48A4-9D41-54F2FEA34BE8}" type="pres">
      <dgm:prSet presAssocID="{400BC7C4-87EE-4114-A000-6C91F7C9939D}" presName="Name10" presStyleLbl="parChTrans1D2" presStyleIdx="1" presStyleCnt="2"/>
      <dgm:spPr/>
    </dgm:pt>
    <dgm:pt modelId="{15DEDFD6-2AB5-40BE-8716-3D0CAB7D33D3}" type="pres">
      <dgm:prSet presAssocID="{E16F10D0-6E0E-4644-B882-045D02BD9561}" presName="hierRoot2" presStyleCnt="0"/>
      <dgm:spPr/>
    </dgm:pt>
    <dgm:pt modelId="{EAD7167F-D291-4B7A-94A6-A8922C265236}" type="pres">
      <dgm:prSet presAssocID="{E16F10D0-6E0E-4644-B882-045D02BD9561}" presName="composite2" presStyleCnt="0"/>
      <dgm:spPr/>
    </dgm:pt>
    <dgm:pt modelId="{CE5581B4-CBB0-45DF-AD5B-A68C35DD45BE}" type="pres">
      <dgm:prSet presAssocID="{E16F10D0-6E0E-4644-B882-045D02BD9561}" presName="background2" presStyleLbl="node2" presStyleIdx="1" presStyleCnt="2"/>
      <dgm:spPr/>
    </dgm:pt>
    <dgm:pt modelId="{7D2511F8-E216-4E3E-988B-779D4737C974}" type="pres">
      <dgm:prSet presAssocID="{E16F10D0-6E0E-4644-B882-045D02BD9561}" presName="text2" presStyleLbl="fgAcc2" presStyleIdx="1" presStyleCnt="2">
        <dgm:presLayoutVars>
          <dgm:chPref val="3"/>
        </dgm:presLayoutVars>
      </dgm:prSet>
      <dgm:spPr/>
    </dgm:pt>
    <dgm:pt modelId="{F0328857-4604-44BB-9BBC-9DEC0D34CE17}" type="pres">
      <dgm:prSet presAssocID="{E16F10D0-6E0E-4644-B882-045D02BD9561}" presName="hierChild3" presStyleCnt="0"/>
      <dgm:spPr/>
    </dgm:pt>
    <dgm:pt modelId="{8A415578-87D4-425A-AB36-38A7759A0760}" type="pres">
      <dgm:prSet presAssocID="{D8F3703B-E974-42EB-9D34-2CFBBC9AF9C1}" presName="Name17" presStyleLbl="parChTrans1D3" presStyleIdx="2" presStyleCnt="5"/>
      <dgm:spPr/>
    </dgm:pt>
    <dgm:pt modelId="{ADA70D4A-BCA7-4CC2-8B31-2735AF791072}" type="pres">
      <dgm:prSet presAssocID="{EAC21D6D-AF6A-4299-8179-0F5BED8AE705}" presName="hierRoot3" presStyleCnt="0"/>
      <dgm:spPr/>
    </dgm:pt>
    <dgm:pt modelId="{888E2E41-5E7D-4C21-8525-7BD9A7D04932}" type="pres">
      <dgm:prSet presAssocID="{EAC21D6D-AF6A-4299-8179-0F5BED8AE705}" presName="composite3" presStyleCnt="0"/>
      <dgm:spPr/>
    </dgm:pt>
    <dgm:pt modelId="{888DD5C2-E1F1-4406-9189-82B296CBC462}" type="pres">
      <dgm:prSet presAssocID="{EAC21D6D-AF6A-4299-8179-0F5BED8AE705}" presName="background3" presStyleLbl="node3" presStyleIdx="2" presStyleCnt="5"/>
      <dgm:spPr/>
    </dgm:pt>
    <dgm:pt modelId="{B452BC98-8E7B-45C8-9443-93A2757E2008}" type="pres">
      <dgm:prSet presAssocID="{EAC21D6D-AF6A-4299-8179-0F5BED8AE705}" presName="text3" presStyleLbl="fgAcc3" presStyleIdx="2" presStyleCnt="5">
        <dgm:presLayoutVars>
          <dgm:chPref val="3"/>
        </dgm:presLayoutVars>
      </dgm:prSet>
      <dgm:spPr/>
    </dgm:pt>
    <dgm:pt modelId="{AABAC873-A0A5-43A7-A679-DE965C19F2B7}" type="pres">
      <dgm:prSet presAssocID="{EAC21D6D-AF6A-4299-8179-0F5BED8AE705}" presName="hierChild4" presStyleCnt="0"/>
      <dgm:spPr/>
    </dgm:pt>
    <dgm:pt modelId="{FE12EF75-F16F-4BB7-8FEF-3C48A8D1ADBA}" type="pres">
      <dgm:prSet presAssocID="{DC6EA8C9-9038-408D-A4AC-B31C5103FC92}" presName="Name23" presStyleLbl="parChTrans1D4" presStyleIdx="0" presStyleCnt="7"/>
      <dgm:spPr/>
    </dgm:pt>
    <dgm:pt modelId="{40CB6486-9C2A-4920-80B6-0C36E3289E1D}" type="pres">
      <dgm:prSet presAssocID="{3A163767-BFF8-4C66-AA4A-D3F2904B2389}" presName="hierRoot4" presStyleCnt="0"/>
      <dgm:spPr/>
    </dgm:pt>
    <dgm:pt modelId="{CE730ABE-D702-4661-AC8F-A0EA5C70A62B}" type="pres">
      <dgm:prSet presAssocID="{3A163767-BFF8-4C66-AA4A-D3F2904B2389}" presName="composite4" presStyleCnt="0"/>
      <dgm:spPr/>
    </dgm:pt>
    <dgm:pt modelId="{26B0A752-58E2-4F37-A980-939DF6E63EB1}" type="pres">
      <dgm:prSet presAssocID="{3A163767-BFF8-4C66-AA4A-D3F2904B2389}" presName="background4" presStyleLbl="node4" presStyleIdx="0" presStyleCnt="7"/>
      <dgm:spPr/>
    </dgm:pt>
    <dgm:pt modelId="{91C843EB-8107-4EE2-BD29-2F32321028D3}" type="pres">
      <dgm:prSet presAssocID="{3A163767-BFF8-4C66-AA4A-D3F2904B2389}" presName="text4" presStyleLbl="fgAcc4" presStyleIdx="0" presStyleCnt="7">
        <dgm:presLayoutVars>
          <dgm:chPref val="3"/>
        </dgm:presLayoutVars>
      </dgm:prSet>
      <dgm:spPr/>
    </dgm:pt>
    <dgm:pt modelId="{4F9BBD4C-67A2-4511-866C-7752B66F3DF5}" type="pres">
      <dgm:prSet presAssocID="{3A163767-BFF8-4C66-AA4A-D3F2904B2389}" presName="hierChild5" presStyleCnt="0"/>
      <dgm:spPr/>
    </dgm:pt>
    <dgm:pt modelId="{D5D0A951-4811-476F-A281-3129C74A98E7}" type="pres">
      <dgm:prSet presAssocID="{64E52D3C-9396-41BE-AFD9-7DEE2BEA1BDC}" presName="Name23" presStyleLbl="parChTrans1D4" presStyleIdx="1" presStyleCnt="7"/>
      <dgm:spPr/>
    </dgm:pt>
    <dgm:pt modelId="{DBF3DE66-1ED4-4FA6-B8AC-835D493762F2}" type="pres">
      <dgm:prSet presAssocID="{747D8073-3B59-4309-A7F7-7FA2EDAD788E}" presName="hierRoot4" presStyleCnt="0"/>
      <dgm:spPr/>
    </dgm:pt>
    <dgm:pt modelId="{F33C7508-FEC2-400F-AB60-2BB38CE17AD2}" type="pres">
      <dgm:prSet presAssocID="{747D8073-3B59-4309-A7F7-7FA2EDAD788E}" presName="composite4" presStyleCnt="0"/>
      <dgm:spPr/>
    </dgm:pt>
    <dgm:pt modelId="{048A6EA5-C18F-4BCF-8B41-41E54E78DF32}" type="pres">
      <dgm:prSet presAssocID="{747D8073-3B59-4309-A7F7-7FA2EDAD788E}" presName="background4" presStyleLbl="node4" presStyleIdx="1" presStyleCnt="7"/>
      <dgm:spPr/>
    </dgm:pt>
    <dgm:pt modelId="{888C5106-8738-4127-94E1-B7726D0303E5}" type="pres">
      <dgm:prSet presAssocID="{747D8073-3B59-4309-A7F7-7FA2EDAD788E}" presName="text4" presStyleLbl="fgAcc4" presStyleIdx="1" presStyleCnt="7">
        <dgm:presLayoutVars>
          <dgm:chPref val="3"/>
        </dgm:presLayoutVars>
      </dgm:prSet>
      <dgm:spPr/>
    </dgm:pt>
    <dgm:pt modelId="{1F13A67C-9690-4ED8-86FE-CF6BBA0CDD6F}" type="pres">
      <dgm:prSet presAssocID="{747D8073-3B59-4309-A7F7-7FA2EDAD788E}" presName="hierChild5" presStyleCnt="0"/>
      <dgm:spPr/>
    </dgm:pt>
    <dgm:pt modelId="{CCE0F3C5-3C7B-4D13-BAE4-98D5D3EE9FDE}" type="pres">
      <dgm:prSet presAssocID="{E4E03FC4-62DF-4E59-8DEB-B386DA5DCAEC}" presName="Name23" presStyleLbl="parChTrans1D4" presStyleIdx="2" presStyleCnt="7"/>
      <dgm:spPr/>
    </dgm:pt>
    <dgm:pt modelId="{D1C6B55B-DE40-4F74-8DEB-B580589E4C87}" type="pres">
      <dgm:prSet presAssocID="{86986341-BA41-43ED-88B2-E2455E900AF7}" presName="hierRoot4" presStyleCnt="0"/>
      <dgm:spPr/>
    </dgm:pt>
    <dgm:pt modelId="{E994651F-86F0-4C16-8460-282218C561CA}" type="pres">
      <dgm:prSet presAssocID="{86986341-BA41-43ED-88B2-E2455E900AF7}" presName="composite4" presStyleCnt="0"/>
      <dgm:spPr/>
    </dgm:pt>
    <dgm:pt modelId="{F36CE0EC-95C3-4B89-BF51-C152A5CD0738}" type="pres">
      <dgm:prSet presAssocID="{86986341-BA41-43ED-88B2-E2455E900AF7}" presName="background4" presStyleLbl="node4" presStyleIdx="2" presStyleCnt="7"/>
      <dgm:spPr/>
    </dgm:pt>
    <dgm:pt modelId="{40111722-EB7F-4D1A-BCF9-61B97E171206}" type="pres">
      <dgm:prSet presAssocID="{86986341-BA41-43ED-88B2-E2455E900AF7}" presName="text4" presStyleLbl="fgAcc4" presStyleIdx="2" presStyleCnt="7">
        <dgm:presLayoutVars>
          <dgm:chPref val="3"/>
        </dgm:presLayoutVars>
      </dgm:prSet>
      <dgm:spPr/>
    </dgm:pt>
    <dgm:pt modelId="{2CA61CD3-3AC5-4881-A6BA-0BF4D72E06D3}" type="pres">
      <dgm:prSet presAssocID="{86986341-BA41-43ED-88B2-E2455E900AF7}" presName="hierChild5" presStyleCnt="0"/>
      <dgm:spPr/>
    </dgm:pt>
    <dgm:pt modelId="{FD2FF824-3210-4606-8160-8DBD481FDE7C}" type="pres">
      <dgm:prSet presAssocID="{39D75C8C-7B84-4634-A55C-50809041D413}" presName="Name23" presStyleLbl="parChTrans1D4" presStyleIdx="3" presStyleCnt="7"/>
      <dgm:spPr/>
    </dgm:pt>
    <dgm:pt modelId="{C5533CB9-22A3-4BF6-BD03-68DD1A99CF64}" type="pres">
      <dgm:prSet presAssocID="{8AEFAC3A-3FCC-45CB-8123-24B1F564CF9E}" presName="hierRoot4" presStyleCnt="0"/>
      <dgm:spPr/>
    </dgm:pt>
    <dgm:pt modelId="{1CC24ADD-FCF8-422F-A621-8E908EC06316}" type="pres">
      <dgm:prSet presAssocID="{8AEFAC3A-3FCC-45CB-8123-24B1F564CF9E}" presName="composite4" presStyleCnt="0"/>
      <dgm:spPr/>
    </dgm:pt>
    <dgm:pt modelId="{A8A25B6F-1DE8-407C-BD94-39E0947685D5}" type="pres">
      <dgm:prSet presAssocID="{8AEFAC3A-3FCC-45CB-8123-24B1F564CF9E}" presName="background4" presStyleLbl="node4" presStyleIdx="3" presStyleCnt="7"/>
      <dgm:spPr/>
    </dgm:pt>
    <dgm:pt modelId="{CEDD634D-1B49-4EBB-AF84-C86D173E47BA}" type="pres">
      <dgm:prSet presAssocID="{8AEFAC3A-3FCC-45CB-8123-24B1F564CF9E}" presName="text4" presStyleLbl="fgAcc4" presStyleIdx="3" presStyleCnt="7">
        <dgm:presLayoutVars>
          <dgm:chPref val="3"/>
        </dgm:presLayoutVars>
      </dgm:prSet>
      <dgm:spPr/>
    </dgm:pt>
    <dgm:pt modelId="{0DB3E466-EDAD-4776-9F1E-4DE9838A6F53}" type="pres">
      <dgm:prSet presAssocID="{8AEFAC3A-3FCC-45CB-8123-24B1F564CF9E}" presName="hierChild5" presStyleCnt="0"/>
      <dgm:spPr/>
    </dgm:pt>
    <dgm:pt modelId="{72F0F0CB-8930-42C9-BA3C-A505521E2FAD}" type="pres">
      <dgm:prSet presAssocID="{05D496B8-FADD-497F-808C-F772292C40A1}" presName="Name23" presStyleLbl="parChTrans1D4" presStyleIdx="4" presStyleCnt="7"/>
      <dgm:spPr/>
    </dgm:pt>
    <dgm:pt modelId="{F52EFC39-0CD8-4B5E-A371-2253A3F36CDF}" type="pres">
      <dgm:prSet presAssocID="{C32C98B6-519C-4A90-9395-7D423DEC3B49}" presName="hierRoot4" presStyleCnt="0"/>
      <dgm:spPr/>
    </dgm:pt>
    <dgm:pt modelId="{467334CB-E834-45B0-81E5-D1EC5F45B55F}" type="pres">
      <dgm:prSet presAssocID="{C32C98B6-519C-4A90-9395-7D423DEC3B49}" presName="composite4" presStyleCnt="0"/>
      <dgm:spPr/>
    </dgm:pt>
    <dgm:pt modelId="{03112B4B-4710-43F2-A42D-0BAA6305748E}" type="pres">
      <dgm:prSet presAssocID="{C32C98B6-519C-4A90-9395-7D423DEC3B49}" presName="background4" presStyleLbl="node4" presStyleIdx="4" presStyleCnt="7"/>
      <dgm:spPr/>
    </dgm:pt>
    <dgm:pt modelId="{D7D5B398-DFEF-4888-A3FE-127CD7C70B6D}" type="pres">
      <dgm:prSet presAssocID="{C32C98B6-519C-4A90-9395-7D423DEC3B49}" presName="text4" presStyleLbl="fgAcc4" presStyleIdx="4" presStyleCnt="7">
        <dgm:presLayoutVars>
          <dgm:chPref val="3"/>
        </dgm:presLayoutVars>
      </dgm:prSet>
      <dgm:spPr/>
    </dgm:pt>
    <dgm:pt modelId="{79622DB9-F257-4BCE-9F36-D36BAA345C2B}" type="pres">
      <dgm:prSet presAssocID="{C32C98B6-519C-4A90-9395-7D423DEC3B49}" presName="hierChild5" presStyleCnt="0"/>
      <dgm:spPr/>
    </dgm:pt>
    <dgm:pt modelId="{49545D13-1580-46B5-A360-7B1033299DA0}" type="pres">
      <dgm:prSet presAssocID="{445BF466-CBE5-43FE-B40A-19701B35E976}" presName="Name17" presStyleLbl="parChTrans1D3" presStyleIdx="3" presStyleCnt="5"/>
      <dgm:spPr/>
    </dgm:pt>
    <dgm:pt modelId="{930FD968-B9FC-4E42-9ACA-70809CAA8DFC}" type="pres">
      <dgm:prSet presAssocID="{2D0EBCFD-5E04-4581-84FB-84645F18BF44}" presName="hierRoot3" presStyleCnt="0"/>
      <dgm:spPr/>
    </dgm:pt>
    <dgm:pt modelId="{7C309006-520E-4E03-BA14-52835158FAAE}" type="pres">
      <dgm:prSet presAssocID="{2D0EBCFD-5E04-4581-84FB-84645F18BF44}" presName="composite3" presStyleCnt="0"/>
      <dgm:spPr/>
    </dgm:pt>
    <dgm:pt modelId="{8EC52095-1187-4C08-AFA2-CE7289E0769B}" type="pres">
      <dgm:prSet presAssocID="{2D0EBCFD-5E04-4581-84FB-84645F18BF44}" presName="background3" presStyleLbl="node3" presStyleIdx="3" presStyleCnt="5"/>
      <dgm:spPr/>
    </dgm:pt>
    <dgm:pt modelId="{E1A35BA1-0AD5-4AF1-A822-8339504E6E79}" type="pres">
      <dgm:prSet presAssocID="{2D0EBCFD-5E04-4581-84FB-84645F18BF44}" presName="text3" presStyleLbl="fgAcc3" presStyleIdx="3" presStyleCnt="5">
        <dgm:presLayoutVars>
          <dgm:chPref val="3"/>
        </dgm:presLayoutVars>
      </dgm:prSet>
      <dgm:spPr/>
    </dgm:pt>
    <dgm:pt modelId="{019134D4-3C39-4910-9605-B0B726D9DCC6}" type="pres">
      <dgm:prSet presAssocID="{2D0EBCFD-5E04-4581-84FB-84645F18BF44}" presName="hierChild4" presStyleCnt="0"/>
      <dgm:spPr/>
    </dgm:pt>
    <dgm:pt modelId="{73691D5E-A292-4B60-B84C-0D959D85DC91}" type="pres">
      <dgm:prSet presAssocID="{D370813B-1E27-46D8-8B02-080FA8A1AA2C}" presName="Name23" presStyleLbl="parChTrans1D4" presStyleIdx="5" presStyleCnt="7"/>
      <dgm:spPr/>
    </dgm:pt>
    <dgm:pt modelId="{96DA0D07-15E9-4E2B-9F4E-A6DDADAEF583}" type="pres">
      <dgm:prSet presAssocID="{44CFE73A-E977-4953-AFEC-71026644105F}" presName="hierRoot4" presStyleCnt="0"/>
      <dgm:spPr/>
    </dgm:pt>
    <dgm:pt modelId="{6868ADFC-8DCC-4B8F-93ED-A964EE41EC61}" type="pres">
      <dgm:prSet presAssocID="{44CFE73A-E977-4953-AFEC-71026644105F}" presName="composite4" presStyleCnt="0"/>
      <dgm:spPr/>
    </dgm:pt>
    <dgm:pt modelId="{6A96F826-A0FA-416B-8E26-05BCACD6CD7E}" type="pres">
      <dgm:prSet presAssocID="{44CFE73A-E977-4953-AFEC-71026644105F}" presName="background4" presStyleLbl="node4" presStyleIdx="5" presStyleCnt="7"/>
      <dgm:spPr/>
    </dgm:pt>
    <dgm:pt modelId="{3D4850E8-2445-4363-B048-F9B526632B87}" type="pres">
      <dgm:prSet presAssocID="{44CFE73A-E977-4953-AFEC-71026644105F}" presName="text4" presStyleLbl="fgAcc4" presStyleIdx="5" presStyleCnt="7">
        <dgm:presLayoutVars>
          <dgm:chPref val="3"/>
        </dgm:presLayoutVars>
      </dgm:prSet>
      <dgm:spPr/>
    </dgm:pt>
    <dgm:pt modelId="{B8664363-1EF7-4A51-8924-FFE2C28C032F}" type="pres">
      <dgm:prSet presAssocID="{44CFE73A-E977-4953-AFEC-71026644105F}" presName="hierChild5" presStyleCnt="0"/>
      <dgm:spPr/>
    </dgm:pt>
    <dgm:pt modelId="{8505A92D-F47A-47C9-B884-64A47BB13D4A}" type="pres">
      <dgm:prSet presAssocID="{1774BED2-CF8B-47E9-9FA9-35F15E24BE21}" presName="Name17" presStyleLbl="parChTrans1D3" presStyleIdx="4" presStyleCnt="5"/>
      <dgm:spPr/>
    </dgm:pt>
    <dgm:pt modelId="{72BEBF21-8C4D-4782-9BFB-1AD458391981}" type="pres">
      <dgm:prSet presAssocID="{77320E1A-BC84-46CE-8904-08DE59A62693}" presName="hierRoot3" presStyleCnt="0"/>
      <dgm:spPr/>
    </dgm:pt>
    <dgm:pt modelId="{22396AEC-188A-4FE2-ADD3-7EBEE832B05E}" type="pres">
      <dgm:prSet presAssocID="{77320E1A-BC84-46CE-8904-08DE59A62693}" presName="composite3" presStyleCnt="0"/>
      <dgm:spPr/>
    </dgm:pt>
    <dgm:pt modelId="{AA0095F1-B199-4360-95FA-B5B8B7903EE7}" type="pres">
      <dgm:prSet presAssocID="{77320E1A-BC84-46CE-8904-08DE59A62693}" presName="background3" presStyleLbl="node3" presStyleIdx="4" presStyleCnt="5"/>
      <dgm:spPr/>
    </dgm:pt>
    <dgm:pt modelId="{E3509E18-63B5-4E59-ACE5-38433741BF2E}" type="pres">
      <dgm:prSet presAssocID="{77320E1A-BC84-46CE-8904-08DE59A62693}" presName="text3" presStyleLbl="fgAcc3" presStyleIdx="4" presStyleCnt="5">
        <dgm:presLayoutVars>
          <dgm:chPref val="3"/>
        </dgm:presLayoutVars>
      </dgm:prSet>
      <dgm:spPr/>
    </dgm:pt>
    <dgm:pt modelId="{1ED3E57E-2D92-470E-B057-EB97D2628081}" type="pres">
      <dgm:prSet presAssocID="{77320E1A-BC84-46CE-8904-08DE59A62693}" presName="hierChild4" presStyleCnt="0"/>
      <dgm:spPr/>
    </dgm:pt>
    <dgm:pt modelId="{77692E16-D328-4FD4-9643-6658CE5A1DFE}" type="pres">
      <dgm:prSet presAssocID="{4E9CA799-67BA-418D-9612-FC6F2D275341}" presName="Name23" presStyleLbl="parChTrans1D4" presStyleIdx="6" presStyleCnt="7"/>
      <dgm:spPr/>
    </dgm:pt>
    <dgm:pt modelId="{B5CE3581-D99B-4261-9404-4D65904EFEF9}" type="pres">
      <dgm:prSet presAssocID="{55C379E5-181E-49E4-8C06-9726DF33D673}" presName="hierRoot4" presStyleCnt="0"/>
      <dgm:spPr/>
    </dgm:pt>
    <dgm:pt modelId="{9DCA555D-4106-49F2-BAAC-AD60331C9FE1}" type="pres">
      <dgm:prSet presAssocID="{55C379E5-181E-49E4-8C06-9726DF33D673}" presName="composite4" presStyleCnt="0"/>
      <dgm:spPr/>
    </dgm:pt>
    <dgm:pt modelId="{C0FFC13B-F0B6-463C-9037-93394C2194BC}" type="pres">
      <dgm:prSet presAssocID="{55C379E5-181E-49E4-8C06-9726DF33D673}" presName="background4" presStyleLbl="node4" presStyleIdx="6" presStyleCnt="7"/>
      <dgm:spPr/>
    </dgm:pt>
    <dgm:pt modelId="{BA03ECA9-0FCA-4D9B-8A1C-D7FE6B62520D}" type="pres">
      <dgm:prSet presAssocID="{55C379E5-181E-49E4-8C06-9726DF33D673}" presName="text4" presStyleLbl="fgAcc4" presStyleIdx="6" presStyleCnt="7">
        <dgm:presLayoutVars>
          <dgm:chPref val="3"/>
        </dgm:presLayoutVars>
      </dgm:prSet>
      <dgm:spPr/>
    </dgm:pt>
    <dgm:pt modelId="{BCA64507-DC42-4182-BF9F-4563A900BBF5}" type="pres">
      <dgm:prSet presAssocID="{55C379E5-181E-49E4-8C06-9726DF33D673}" presName="hierChild5" presStyleCnt="0"/>
      <dgm:spPr/>
    </dgm:pt>
  </dgm:ptLst>
  <dgm:cxnLst>
    <dgm:cxn modelId="{E8130C00-0B59-4D39-8BF0-62D6083DA74C}" type="presOf" srcId="{62D7D053-7E60-44B7-8AEA-B886E71776A9}" destId="{4FABA63E-6760-41DD-83FA-389D72500B5A}" srcOrd="0" destOrd="0" presId="urn:microsoft.com/office/officeart/2005/8/layout/hierarchy1"/>
    <dgm:cxn modelId="{0F786C08-A2E4-4423-8755-A9C094F0BD9F}" type="presOf" srcId="{64E52D3C-9396-41BE-AFD9-7DEE2BEA1BDC}" destId="{D5D0A951-4811-476F-A281-3129C74A98E7}" srcOrd="0" destOrd="0" presId="urn:microsoft.com/office/officeart/2005/8/layout/hierarchy1"/>
    <dgm:cxn modelId="{105FFE0A-AE14-4D87-B3C8-D586A0F42261}" srcId="{E16F10D0-6E0E-4644-B882-045D02BD9561}" destId="{2D0EBCFD-5E04-4581-84FB-84645F18BF44}" srcOrd="1" destOrd="0" parTransId="{445BF466-CBE5-43FE-B40A-19701B35E976}" sibTransId="{2920B618-2192-418F-A7D3-778727F2CF9C}"/>
    <dgm:cxn modelId="{0A1AC21C-B2F5-4AA7-B5A8-301217436E81}" type="presOf" srcId="{E4E03FC4-62DF-4E59-8DEB-B386DA5DCAEC}" destId="{CCE0F3C5-3C7B-4D13-BAE4-98D5D3EE9FDE}" srcOrd="0" destOrd="0" presId="urn:microsoft.com/office/officeart/2005/8/layout/hierarchy1"/>
    <dgm:cxn modelId="{640DA025-27F0-40DF-BA00-D0E5E3945C57}" type="presOf" srcId="{44CFE73A-E977-4953-AFEC-71026644105F}" destId="{3D4850E8-2445-4363-B048-F9B526632B87}" srcOrd="0" destOrd="0" presId="urn:microsoft.com/office/officeart/2005/8/layout/hierarchy1"/>
    <dgm:cxn modelId="{C2671726-7137-4FC3-AEBB-A5BC0741DE6E}" srcId="{77320E1A-BC84-46CE-8904-08DE59A62693}" destId="{55C379E5-181E-49E4-8C06-9726DF33D673}" srcOrd="0" destOrd="0" parTransId="{4E9CA799-67BA-418D-9612-FC6F2D275341}" sibTransId="{97E21FCC-05D4-4D2C-93F8-B93A04980954}"/>
    <dgm:cxn modelId="{45D74340-3501-496B-95E8-A747718B8AD0}" type="presOf" srcId="{DC6EA8C9-9038-408D-A4AC-B31C5103FC92}" destId="{FE12EF75-F16F-4BB7-8FEF-3C48A8D1ADBA}" srcOrd="0" destOrd="0" presId="urn:microsoft.com/office/officeart/2005/8/layout/hierarchy1"/>
    <dgm:cxn modelId="{63724142-CF66-4F38-A81D-ED2BE5FBCBD5}" type="presOf" srcId="{2D0EBCFD-5E04-4581-84FB-84645F18BF44}" destId="{E1A35BA1-0AD5-4AF1-A822-8339504E6E79}" srcOrd="0" destOrd="0" presId="urn:microsoft.com/office/officeart/2005/8/layout/hierarchy1"/>
    <dgm:cxn modelId="{72C0C543-85BB-4DBA-AAA9-C9ECC2B47AF4}" type="presOf" srcId="{400BC7C4-87EE-4114-A000-6C91F7C9939D}" destId="{081D9458-1695-48A4-9D41-54F2FEA34BE8}" srcOrd="0" destOrd="0" presId="urn:microsoft.com/office/officeart/2005/8/layout/hierarchy1"/>
    <dgm:cxn modelId="{3F884A66-73EA-4C74-A498-7172DE1E35FA}" type="presOf" srcId="{C753FDFA-CCA2-45E6-B192-DAD1C9EC51D3}" destId="{3DEEB2ED-10E8-43C9-8552-6159E39522B3}" srcOrd="0" destOrd="0" presId="urn:microsoft.com/office/officeart/2005/8/layout/hierarchy1"/>
    <dgm:cxn modelId="{E2A80C70-E985-4BD7-AFE1-01BF30F0DCED}" srcId="{EAC21D6D-AF6A-4299-8179-0F5BED8AE705}" destId="{8AEFAC3A-3FCC-45CB-8123-24B1F564CF9E}" srcOrd="3" destOrd="0" parTransId="{39D75C8C-7B84-4634-A55C-50809041D413}" sibTransId="{153B62A0-8F23-47B5-899A-AB69AA84FBF8}"/>
    <dgm:cxn modelId="{249BF850-D6A3-474C-BE02-8614C49AD1E1}" srcId="{EAC21D6D-AF6A-4299-8179-0F5BED8AE705}" destId="{3A163767-BFF8-4C66-AA4A-D3F2904B2389}" srcOrd="0" destOrd="0" parTransId="{DC6EA8C9-9038-408D-A4AC-B31C5103FC92}" sibTransId="{69921623-2A71-4B74-A09F-F2ECCE871EB0}"/>
    <dgm:cxn modelId="{4B9F0551-C605-4864-B04C-88F101571F03}" srcId="{EAC21D6D-AF6A-4299-8179-0F5BED8AE705}" destId="{747D8073-3B59-4309-A7F7-7FA2EDAD788E}" srcOrd="1" destOrd="0" parTransId="{64E52D3C-9396-41BE-AFD9-7DEE2BEA1BDC}" sibTransId="{669BB4A5-F6E1-49B7-92A1-AC19F68A9D1D}"/>
    <dgm:cxn modelId="{1E0DAB71-868A-40D1-9D55-43F83DF96A82}" type="presOf" srcId="{EAC21D6D-AF6A-4299-8179-0F5BED8AE705}" destId="{B452BC98-8E7B-45C8-9443-93A2757E2008}" srcOrd="0" destOrd="0" presId="urn:microsoft.com/office/officeart/2005/8/layout/hierarchy1"/>
    <dgm:cxn modelId="{CC24B251-6E85-4B88-A94D-A4D44AA8C3CA}" type="presOf" srcId="{4E9CA799-67BA-418D-9612-FC6F2D275341}" destId="{77692E16-D328-4FD4-9643-6658CE5A1DFE}" srcOrd="0" destOrd="0" presId="urn:microsoft.com/office/officeart/2005/8/layout/hierarchy1"/>
    <dgm:cxn modelId="{8996B954-7A5A-4FD6-B6F7-32C9C5F44A32}" srcId="{24A250D9-590C-46DA-9832-A1BE13E60D14}" destId="{2463E817-5DFF-421B-BDD4-CBA165E48E18}" srcOrd="0" destOrd="0" parTransId="{7B8E3AC3-83F3-44FE-890B-6BEDA4A607F5}" sibTransId="{8B4A960E-00BD-4842-8638-D32CD7786317}"/>
    <dgm:cxn modelId="{6326AF59-3D49-4363-8F69-A852F24EC59E}" srcId="{EAC21D6D-AF6A-4299-8179-0F5BED8AE705}" destId="{C32C98B6-519C-4A90-9395-7D423DEC3B49}" srcOrd="4" destOrd="0" parTransId="{05D496B8-FADD-497F-808C-F772292C40A1}" sibTransId="{88C8D6B0-00F5-47FE-A7B2-F0CF25378E52}"/>
    <dgm:cxn modelId="{A72B0E5A-EB1B-4111-8475-08E52F2BCF97}" type="presOf" srcId="{86986341-BA41-43ED-88B2-E2455E900AF7}" destId="{40111722-EB7F-4D1A-BCF9-61B97E171206}" srcOrd="0" destOrd="0" presId="urn:microsoft.com/office/officeart/2005/8/layout/hierarchy1"/>
    <dgm:cxn modelId="{7EBD4981-1B94-4AF9-878D-F04BE670E3DA}" type="presOf" srcId="{897CAE38-D24C-422C-803D-225413014B2B}" destId="{298B6577-CBEA-47F1-B0E1-7DFBA7FE679A}" srcOrd="0" destOrd="0" presId="urn:microsoft.com/office/officeart/2005/8/layout/hierarchy1"/>
    <dgm:cxn modelId="{B62A5582-388F-4314-9A87-DA757C15E281}" type="presOf" srcId="{77320E1A-BC84-46CE-8904-08DE59A62693}" destId="{E3509E18-63B5-4E59-ACE5-38433741BF2E}" srcOrd="0" destOrd="0" presId="urn:microsoft.com/office/officeart/2005/8/layout/hierarchy1"/>
    <dgm:cxn modelId="{0309EC86-6E28-4998-AA2B-5F846AA4DCFB}" type="presOf" srcId="{D8F3703B-E974-42EB-9D34-2CFBBC9AF9C1}" destId="{8A415578-87D4-425A-AB36-38A7759A0760}" srcOrd="0" destOrd="0" presId="urn:microsoft.com/office/officeart/2005/8/layout/hierarchy1"/>
    <dgm:cxn modelId="{3D8FA396-2581-4EC0-BAA4-0040674F7CDA}" srcId="{24A250D9-590C-46DA-9832-A1BE13E60D14}" destId="{897CAE38-D24C-422C-803D-225413014B2B}" srcOrd="1" destOrd="0" parTransId="{DF6F81DE-C9EB-4BA2-9495-09D7E575F393}" sibTransId="{9EF62AD5-9EAB-4760-923A-EF34D692D620}"/>
    <dgm:cxn modelId="{77C51097-6C6F-447C-A32C-0CBB7821DCC2}" srcId="{E16F10D0-6E0E-4644-B882-045D02BD9561}" destId="{77320E1A-BC84-46CE-8904-08DE59A62693}" srcOrd="2" destOrd="0" parTransId="{1774BED2-CF8B-47E9-9FA9-35F15E24BE21}" sibTransId="{FBD7507D-9EEB-4271-8769-3F831F5399B3}"/>
    <dgm:cxn modelId="{F3D8C698-61F0-4C02-9832-44C5E90E6730}" srcId="{E16F10D0-6E0E-4644-B882-045D02BD9561}" destId="{EAC21D6D-AF6A-4299-8179-0F5BED8AE705}" srcOrd="0" destOrd="0" parTransId="{D8F3703B-E974-42EB-9D34-2CFBBC9AF9C1}" sibTransId="{7F68AAB8-6554-400E-8D68-C3BAAAF0BAC4}"/>
    <dgm:cxn modelId="{4B801A99-D4ED-403D-B4C6-40DA1852E33D}" type="presOf" srcId="{05D496B8-FADD-497F-808C-F772292C40A1}" destId="{72F0F0CB-8930-42C9-BA3C-A505521E2FAD}" srcOrd="0" destOrd="0" presId="urn:microsoft.com/office/officeart/2005/8/layout/hierarchy1"/>
    <dgm:cxn modelId="{AC8FB49E-FAB5-4C90-B022-9FAFD5808542}" type="presOf" srcId="{2463E817-5DFF-421B-BDD4-CBA165E48E18}" destId="{A5F5E81A-6453-48B7-8C88-A7A1161C30CC}" srcOrd="0" destOrd="0" presId="urn:microsoft.com/office/officeart/2005/8/layout/hierarchy1"/>
    <dgm:cxn modelId="{382A1FA4-5E6A-4F25-90C9-937D35D9BBA3}" type="presOf" srcId="{E16F10D0-6E0E-4644-B882-045D02BD9561}" destId="{7D2511F8-E216-4E3E-988B-779D4737C974}" srcOrd="0" destOrd="0" presId="urn:microsoft.com/office/officeart/2005/8/layout/hierarchy1"/>
    <dgm:cxn modelId="{BAD727A7-6547-4418-9ACE-3773DE12B866}" type="presOf" srcId="{24A250D9-590C-46DA-9832-A1BE13E60D14}" destId="{6B0D742A-4B2B-4699-9555-3178BAC73CC9}" srcOrd="0" destOrd="0" presId="urn:microsoft.com/office/officeart/2005/8/layout/hierarchy1"/>
    <dgm:cxn modelId="{28ED5CA7-BA7D-43E7-A50F-D6542CEBD182}" type="presOf" srcId="{8AEFAC3A-3FCC-45CB-8123-24B1F564CF9E}" destId="{CEDD634D-1B49-4EBB-AF84-C86D173E47BA}" srcOrd="0" destOrd="0" presId="urn:microsoft.com/office/officeart/2005/8/layout/hierarchy1"/>
    <dgm:cxn modelId="{F113D6BD-F977-41C0-955B-05D53E58251D}" srcId="{EAC21D6D-AF6A-4299-8179-0F5BED8AE705}" destId="{86986341-BA41-43ED-88B2-E2455E900AF7}" srcOrd="2" destOrd="0" parTransId="{E4E03FC4-62DF-4E59-8DEB-B386DA5DCAEC}" sibTransId="{5B399171-AE1B-4AB8-AAF1-EA60EF698A80}"/>
    <dgm:cxn modelId="{7BFEBAC6-E1BE-4C39-8CD8-22D27D0DFF08}" type="presOf" srcId="{445BF466-CBE5-43FE-B40A-19701B35E976}" destId="{49545D13-1580-46B5-A360-7B1033299DA0}" srcOrd="0" destOrd="0" presId="urn:microsoft.com/office/officeart/2005/8/layout/hierarchy1"/>
    <dgm:cxn modelId="{3649E6D2-6BC6-4BB1-8AD1-982F2A82379F}" type="presOf" srcId="{EA69C693-F61C-45ED-9E2B-027A14762B21}" destId="{26F75DB7-3823-48F7-9D74-BF1FAC375767}" srcOrd="0" destOrd="0" presId="urn:microsoft.com/office/officeart/2005/8/layout/hierarchy1"/>
    <dgm:cxn modelId="{FD09B8D4-764E-45C2-B239-A99FCA4ACFFE}" srcId="{EA69C693-F61C-45ED-9E2B-027A14762B21}" destId="{C753FDFA-CCA2-45E6-B192-DAD1C9EC51D3}" srcOrd="0" destOrd="0" parTransId="{711FF5E8-D847-4AE1-9DB1-341288EE9CF5}" sibTransId="{81F19189-6274-4307-82F4-8FDEA2291309}"/>
    <dgm:cxn modelId="{5C874BD5-CB14-4CA9-99C3-0B011A26750F}" type="presOf" srcId="{D370813B-1E27-46D8-8B02-080FA8A1AA2C}" destId="{73691D5E-A292-4B60-B84C-0D959D85DC91}" srcOrd="0" destOrd="0" presId="urn:microsoft.com/office/officeart/2005/8/layout/hierarchy1"/>
    <dgm:cxn modelId="{403178D6-0ECD-4FAF-9D3A-570829DDDBE6}" type="presOf" srcId="{DF6F81DE-C9EB-4BA2-9495-09D7E575F393}" destId="{E5EEA14E-9527-41D8-9BCD-0C90CAA80888}" srcOrd="0" destOrd="0" presId="urn:microsoft.com/office/officeart/2005/8/layout/hierarchy1"/>
    <dgm:cxn modelId="{7665B8D9-F71E-4005-A36E-0725AC4AC681}" type="presOf" srcId="{3A163767-BFF8-4C66-AA4A-D3F2904B2389}" destId="{91C843EB-8107-4EE2-BD29-2F32321028D3}" srcOrd="0" destOrd="0" presId="urn:microsoft.com/office/officeart/2005/8/layout/hierarchy1"/>
    <dgm:cxn modelId="{3ECFF8DA-28A2-4482-8D44-EB0086C43927}" type="presOf" srcId="{7B8E3AC3-83F3-44FE-890B-6BEDA4A607F5}" destId="{BF044877-5CE1-4055-BF6C-3B9ECCE90CD1}" srcOrd="0" destOrd="0" presId="urn:microsoft.com/office/officeart/2005/8/layout/hierarchy1"/>
    <dgm:cxn modelId="{BE7F20DB-33D1-42B9-B7CC-F0EF0C1CE4FE}" srcId="{C753FDFA-CCA2-45E6-B192-DAD1C9EC51D3}" destId="{24A250D9-590C-46DA-9832-A1BE13E60D14}" srcOrd="0" destOrd="0" parTransId="{62D7D053-7E60-44B7-8AEA-B886E71776A9}" sibTransId="{67D98ECB-E41B-41CA-9BC3-238F1339CB22}"/>
    <dgm:cxn modelId="{3B59CDDB-2BEA-4332-A470-5DB4853A048A}" type="presOf" srcId="{1774BED2-CF8B-47E9-9FA9-35F15E24BE21}" destId="{8505A92D-F47A-47C9-B884-64A47BB13D4A}" srcOrd="0" destOrd="0" presId="urn:microsoft.com/office/officeart/2005/8/layout/hierarchy1"/>
    <dgm:cxn modelId="{9BA2D7E2-4F95-4E2D-9354-B42C05081EEC}" srcId="{2D0EBCFD-5E04-4581-84FB-84645F18BF44}" destId="{44CFE73A-E977-4953-AFEC-71026644105F}" srcOrd="0" destOrd="0" parTransId="{D370813B-1E27-46D8-8B02-080FA8A1AA2C}" sibTransId="{52C51D9C-C0B0-462B-B0C8-E762700C5B24}"/>
    <dgm:cxn modelId="{573829ED-A02B-49A7-AF0B-65A587037EEC}" type="presOf" srcId="{55C379E5-181E-49E4-8C06-9726DF33D673}" destId="{BA03ECA9-0FCA-4D9B-8A1C-D7FE6B62520D}" srcOrd="0" destOrd="0" presId="urn:microsoft.com/office/officeart/2005/8/layout/hierarchy1"/>
    <dgm:cxn modelId="{4A4C4EEF-BB0E-4BBC-94B9-2524AFE04C33}" type="presOf" srcId="{747D8073-3B59-4309-A7F7-7FA2EDAD788E}" destId="{888C5106-8738-4127-94E1-B7726D0303E5}" srcOrd="0" destOrd="0" presId="urn:microsoft.com/office/officeart/2005/8/layout/hierarchy1"/>
    <dgm:cxn modelId="{7A8390F7-BF1C-48E1-94F0-86D1B73408EC}" type="presOf" srcId="{C32C98B6-519C-4A90-9395-7D423DEC3B49}" destId="{D7D5B398-DFEF-4888-A3FE-127CD7C70B6D}" srcOrd="0" destOrd="0" presId="urn:microsoft.com/office/officeart/2005/8/layout/hierarchy1"/>
    <dgm:cxn modelId="{B2104CFE-EBDA-44FD-9909-BD7E89EB5544}" srcId="{C753FDFA-CCA2-45E6-B192-DAD1C9EC51D3}" destId="{E16F10D0-6E0E-4644-B882-045D02BD9561}" srcOrd="1" destOrd="0" parTransId="{400BC7C4-87EE-4114-A000-6C91F7C9939D}" sibTransId="{3C276A44-4624-4771-A953-7C10A1EC6FB3}"/>
    <dgm:cxn modelId="{B148D9FE-18A3-4FE6-B373-B5BD50664B0A}" type="presOf" srcId="{39D75C8C-7B84-4634-A55C-50809041D413}" destId="{FD2FF824-3210-4606-8160-8DBD481FDE7C}" srcOrd="0" destOrd="0" presId="urn:microsoft.com/office/officeart/2005/8/layout/hierarchy1"/>
    <dgm:cxn modelId="{3069D29C-A98B-49BD-B8E4-CFB2DE4E6B99}" type="presParOf" srcId="{26F75DB7-3823-48F7-9D74-BF1FAC375767}" destId="{752994DD-2AE0-4FA4-998E-72BA68110621}" srcOrd="0" destOrd="0" presId="urn:microsoft.com/office/officeart/2005/8/layout/hierarchy1"/>
    <dgm:cxn modelId="{FA1BE2B7-7895-4C84-8F84-910E175F45F3}" type="presParOf" srcId="{752994DD-2AE0-4FA4-998E-72BA68110621}" destId="{89A097F4-3FAB-46AC-8E6C-40EF3C3C17EB}" srcOrd="0" destOrd="0" presId="urn:microsoft.com/office/officeart/2005/8/layout/hierarchy1"/>
    <dgm:cxn modelId="{DD53022D-C6F4-40FA-A999-C373991F6CEB}" type="presParOf" srcId="{89A097F4-3FAB-46AC-8E6C-40EF3C3C17EB}" destId="{E3D5865D-6602-4A5E-958B-898A4354B4F9}" srcOrd="0" destOrd="0" presId="urn:microsoft.com/office/officeart/2005/8/layout/hierarchy1"/>
    <dgm:cxn modelId="{CF987B3F-6546-40DE-844A-E3EDB4B3A283}" type="presParOf" srcId="{89A097F4-3FAB-46AC-8E6C-40EF3C3C17EB}" destId="{3DEEB2ED-10E8-43C9-8552-6159E39522B3}" srcOrd="1" destOrd="0" presId="urn:microsoft.com/office/officeart/2005/8/layout/hierarchy1"/>
    <dgm:cxn modelId="{561B5F48-2A51-40DB-A639-73822F1F3B43}" type="presParOf" srcId="{752994DD-2AE0-4FA4-998E-72BA68110621}" destId="{14D46BEE-9B6A-4301-853E-6967FCBEBA82}" srcOrd="1" destOrd="0" presId="urn:microsoft.com/office/officeart/2005/8/layout/hierarchy1"/>
    <dgm:cxn modelId="{1727BAE4-1947-4B63-B9F6-2C640388284F}" type="presParOf" srcId="{14D46BEE-9B6A-4301-853E-6967FCBEBA82}" destId="{4FABA63E-6760-41DD-83FA-389D72500B5A}" srcOrd="0" destOrd="0" presId="urn:microsoft.com/office/officeart/2005/8/layout/hierarchy1"/>
    <dgm:cxn modelId="{98B39D8E-9BC4-4784-B13E-5D5B55463ACD}" type="presParOf" srcId="{14D46BEE-9B6A-4301-853E-6967FCBEBA82}" destId="{9B1F8792-F220-465C-9291-E757EBADE7AB}" srcOrd="1" destOrd="0" presId="urn:microsoft.com/office/officeart/2005/8/layout/hierarchy1"/>
    <dgm:cxn modelId="{F1D7F6A6-C808-45A4-AEA4-30D1EB4F123B}" type="presParOf" srcId="{9B1F8792-F220-465C-9291-E757EBADE7AB}" destId="{4A2E7D3D-2698-4043-9065-552A9F436FD9}" srcOrd="0" destOrd="0" presId="urn:microsoft.com/office/officeart/2005/8/layout/hierarchy1"/>
    <dgm:cxn modelId="{5CDB5D95-CB00-4A0F-B40C-4B63A9AA6E6C}" type="presParOf" srcId="{4A2E7D3D-2698-4043-9065-552A9F436FD9}" destId="{D63DBBC8-4BFB-4E26-995D-E044816EDD84}" srcOrd="0" destOrd="0" presId="urn:microsoft.com/office/officeart/2005/8/layout/hierarchy1"/>
    <dgm:cxn modelId="{476A8ED0-C154-4C0E-B25E-E709DFBE37F1}" type="presParOf" srcId="{4A2E7D3D-2698-4043-9065-552A9F436FD9}" destId="{6B0D742A-4B2B-4699-9555-3178BAC73CC9}" srcOrd="1" destOrd="0" presId="urn:microsoft.com/office/officeart/2005/8/layout/hierarchy1"/>
    <dgm:cxn modelId="{270FF091-24B0-443F-8F9A-365EFECDE3DA}" type="presParOf" srcId="{9B1F8792-F220-465C-9291-E757EBADE7AB}" destId="{0E5F88E8-985C-47F9-9B6B-D2B3A6B1A47E}" srcOrd="1" destOrd="0" presId="urn:microsoft.com/office/officeart/2005/8/layout/hierarchy1"/>
    <dgm:cxn modelId="{E0EEE9B2-CB3F-41F0-BFC5-432A85B91110}" type="presParOf" srcId="{0E5F88E8-985C-47F9-9B6B-D2B3A6B1A47E}" destId="{BF044877-5CE1-4055-BF6C-3B9ECCE90CD1}" srcOrd="0" destOrd="0" presId="urn:microsoft.com/office/officeart/2005/8/layout/hierarchy1"/>
    <dgm:cxn modelId="{2E9DB722-7320-4807-8FAF-B1642C7DE359}" type="presParOf" srcId="{0E5F88E8-985C-47F9-9B6B-D2B3A6B1A47E}" destId="{CAAAE138-8B41-45B5-AAD8-6A2630FE76AA}" srcOrd="1" destOrd="0" presId="urn:microsoft.com/office/officeart/2005/8/layout/hierarchy1"/>
    <dgm:cxn modelId="{ED312C66-D650-41FD-BEB8-BBBE62FC0D1E}" type="presParOf" srcId="{CAAAE138-8B41-45B5-AAD8-6A2630FE76AA}" destId="{79BD5960-E89D-4122-AA15-D1D6F1F8155F}" srcOrd="0" destOrd="0" presId="urn:microsoft.com/office/officeart/2005/8/layout/hierarchy1"/>
    <dgm:cxn modelId="{99D9EB35-ADE0-4516-9470-6E05073346B6}" type="presParOf" srcId="{79BD5960-E89D-4122-AA15-D1D6F1F8155F}" destId="{A899E109-CF59-49DD-8407-67501532BB56}" srcOrd="0" destOrd="0" presId="urn:microsoft.com/office/officeart/2005/8/layout/hierarchy1"/>
    <dgm:cxn modelId="{6BCEBFC4-B6F1-44AA-9635-CA642A170FFD}" type="presParOf" srcId="{79BD5960-E89D-4122-AA15-D1D6F1F8155F}" destId="{A5F5E81A-6453-48B7-8C88-A7A1161C30CC}" srcOrd="1" destOrd="0" presId="urn:microsoft.com/office/officeart/2005/8/layout/hierarchy1"/>
    <dgm:cxn modelId="{F689E715-805C-4160-A815-1A07F2E33DB0}" type="presParOf" srcId="{CAAAE138-8B41-45B5-AAD8-6A2630FE76AA}" destId="{7B8A3A98-B653-41B4-AF9F-5B9BDEEC8565}" srcOrd="1" destOrd="0" presId="urn:microsoft.com/office/officeart/2005/8/layout/hierarchy1"/>
    <dgm:cxn modelId="{44D1CCD8-F7F3-4F42-8FF4-F6F7BB4BF251}" type="presParOf" srcId="{0E5F88E8-985C-47F9-9B6B-D2B3A6B1A47E}" destId="{E5EEA14E-9527-41D8-9BCD-0C90CAA80888}" srcOrd="2" destOrd="0" presId="urn:microsoft.com/office/officeart/2005/8/layout/hierarchy1"/>
    <dgm:cxn modelId="{677624F9-C513-4F71-9BC9-4B59C83508CA}" type="presParOf" srcId="{0E5F88E8-985C-47F9-9B6B-D2B3A6B1A47E}" destId="{C9D75CDA-1C82-4A0B-AEEB-2B7FBA13D699}" srcOrd="3" destOrd="0" presId="urn:microsoft.com/office/officeart/2005/8/layout/hierarchy1"/>
    <dgm:cxn modelId="{1D1B3F82-E2DF-42D9-AC77-A8B6F3708D74}" type="presParOf" srcId="{C9D75CDA-1C82-4A0B-AEEB-2B7FBA13D699}" destId="{BB8D1814-1FA7-4B69-8CB3-DB05CDA9EA7F}" srcOrd="0" destOrd="0" presId="urn:microsoft.com/office/officeart/2005/8/layout/hierarchy1"/>
    <dgm:cxn modelId="{06FDE155-D565-47E3-A109-3576B6686FC2}" type="presParOf" srcId="{BB8D1814-1FA7-4B69-8CB3-DB05CDA9EA7F}" destId="{AB73843D-6EBD-4118-B013-182B5FB984A0}" srcOrd="0" destOrd="0" presId="urn:microsoft.com/office/officeart/2005/8/layout/hierarchy1"/>
    <dgm:cxn modelId="{320890AE-638C-4132-AE18-50705C999451}" type="presParOf" srcId="{BB8D1814-1FA7-4B69-8CB3-DB05CDA9EA7F}" destId="{298B6577-CBEA-47F1-B0E1-7DFBA7FE679A}" srcOrd="1" destOrd="0" presId="urn:microsoft.com/office/officeart/2005/8/layout/hierarchy1"/>
    <dgm:cxn modelId="{6323D0BE-852C-4C6B-92F2-BF85877D8803}" type="presParOf" srcId="{C9D75CDA-1C82-4A0B-AEEB-2B7FBA13D699}" destId="{0009CF09-C77B-4FF4-A64B-A1EE6048B306}" srcOrd="1" destOrd="0" presId="urn:microsoft.com/office/officeart/2005/8/layout/hierarchy1"/>
    <dgm:cxn modelId="{7B567068-3DBF-4B53-B115-745A5A6C564F}" type="presParOf" srcId="{14D46BEE-9B6A-4301-853E-6967FCBEBA82}" destId="{081D9458-1695-48A4-9D41-54F2FEA34BE8}" srcOrd="2" destOrd="0" presId="urn:microsoft.com/office/officeart/2005/8/layout/hierarchy1"/>
    <dgm:cxn modelId="{D1B83494-BD1F-40DF-BA79-79B37F55A43B}" type="presParOf" srcId="{14D46BEE-9B6A-4301-853E-6967FCBEBA82}" destId="{15DEDFD6-2AB5-40BE-8716-3D0CAB7D33D3}" srcOrd="3" destOrd="0" presId="urn:microsoft.com/office/officeart/2005/8/layout/hierarchy1"/>
    <dgm:cxn modelId="{95BD5725-480D-42B7-9255-96E745AFF970}" type="presParOf" srcId="{15DEDFD6-2AB5-40BE-8716-3D0CAB7D33D3}" destId="{EAD7167F-D291-4B7A-94A6-A8922C265236}" srcOrd="0" destOrd="0" presId="urn:microsoft.com/office/officeart/2005/8/layout/hierarchy1"/>
    <dgm:cxn modelId="{E5351203-347D-4DF9-BCC6-E3C022DD83D3}" type="presParOf" srcId="{EAD7167F-D291-4B7A-94A6-A8922C265236}" destId="{CE5581B4-CBB0-45DF-AD5B-A68C35DD45BE}" srcOrd="0" destOrd="0" presId="urn:microsoft.com/office/officeart/2005/8/layout/hierarchy1"/>
    <dgm:cxn modelId="{990123CC-2E7E-4BD7-A830-E827967F651D}" type="presParOf" srcId="{EAD7167F-D291-4B7A-94A6-A8922C265236}" destId="{7D2511F8-E216-4E3E-988B-779D4737C974}" srcOrd="1" destOrd="0" presId="urn:microsoft.com/office/officeart/2005/8/layout/hierarchy1"/>
    <dgm:cxn modelId="{3070517C-FC6B-406B-878A-E8124B137035}" type="presParOf" srcId="{15DEDFD6-2AB5-40BE-8716-3D0CAB7D33D3}" destId="{F0328857-4604-44BB-9BBC-9DEC0D34CE17}" srcOrd="1" destOrd="0" presId="urn:microsoft.com/office/officeart/2005/8/layout/hierarchy1"/>
    <dgm:cxn modelId="{F70A90E9-DD9A-4B2B-BD39-56B6F6D9B00F}" type="presParOf" srcId="{F0328857-4604-44BB-9BBC-9DEC0D34CE17}" destId="{8A415578-87D4-425A-AB36-38A7759A0760}" srcOrd="0" destOrd="0" presId="urn:microsoft.com/office/officeart/2005/8/layout/hierarchy1"/>
    <dgm:cxn modelId="{5F95937E-C2B5-413F-A190-9C8609F4D3F0}" type="presParOf" srcId="{F0328857-4604-44BB-9BBC-9DEC0D34CE17}" destId="{ADA70D4A-BCA7-4CC2-8B31-2735AF791072}" srcOrd="1" destOrd="0" presId="urn:microsoft.com/office/officeart/2005/8/layout/hierarchy1"/>
    <dgm:cxn modelId="{FB2A20D5-CC09-4AE0-B365-2513FAF9EAB6}" type="presParOf" srcId="{ADA70D4A-BCA7-4CC2-8B31-2735AF791072}" destId="{888E2E41-5E7D-4C21-8525-7BD9A7D04932}" srcOrd="0" destOrd="0" presId="urn:microsoft.com/office/officeart/2005/8/layout/hierarchy1"/>
    <dgm:cxn modelId="{97FCD96A-D340-4EB1-8DA4-0F79D4CC17D0}" type="presParOf" srcId="{888E2E41-5E7D-4C21-8525-7BD9A7D04932}" destId="{888DD5C2-E1F1-4406-9189-82B296CBC462}" srcOrd="0" destOrd="0" presId="urn:microsoft.com/office/officeart/2005/8/layout/hierarchy1"/>
    <dgm:cxn modelId="{31D89527-D432-4B00-A814-04FF7C2F4BA4}" type="presParOf" srcId="{888E2E41-5E7D-4C21-8525-7BD9A7D04932}" destId="{B452BC98-8E7B-45C8-9443-93A2757E2008}" srcOrd="1" destOrd="0" presId="urn:microsoft.com/office/officeart/2005/8/layout/hierarchy1"/>
    <dgm:cxn modelId="{20E42290-08F3-438D-9C8D-F727D595F22E}" type="presParOf" srcId="{ADA70D4A-BCA7-4CC2-8B31-2735AF791072}" destId="{AABAC873-A0A5-43A7-A679-DE965C19F2B7}" srcOrd="1" destOrd="0" presId="urn:microsoft.com/office/officeart/2005/8/layout/hierarchy1"/>
    <dgm:cxn modelId="{FAB9E9E2-56FE-4534-A872-E41002649F25}" type="presParOf" srcId="{AABAC873-A0A5-43A7-A679-DE965C19F2B7}" destId="{FE12EF75-F16F-4BB7-8FEF-3C48A8D1ADBA}" srcOrd="0" destOrd="0" presId="urn:microsoft.com/office/officeart/2005/8/layout/hierarchy1"/>
    <dgm:cxn modelId="{7BA3412B-1869-4BD4-B698-A3F36DD3E734}" type="presParOf" srcId="{AABAC873-A0A5-43A7-A679-DE965C19F2B7}" destId="{40CB6486-9C2A-4920-80B6-0C36E3289E1D}" srcOrd="1" destOrd="0" presId="urn:microsoft.com/office/officeart/2005/8/layout/hierarchy1"/>
    <dgm:cxn modelId="{0891F739-311E-41B7-8066-F0296AEF0C2B}" type="presParOf" srcId="{40CB6486-9C2A-4920-80B6-0C36E3289E1D}" destId="{CE730ABE-D702-4661-AC8F-A0EA5C70A62B}" srcOrd="0" destOrd="0" presId="urn:microsoft.com/office/officeart/2005/8/layout/hierarchy1"/>
    <dgm:cxn modelId="{F90BF28B-7B0D-4982-812D-B0CEE4C5B172}" type="presParOf" srcId="{CE730ABE-D702-4661-AC8F-A0EA5C70A62B}" destId="{26B0A752-58E2-4F37-A980-939DF6E63EB1}" srcOrd="0" destOrd="0" presId="urn:microsoft.com/office/officeart/2005/8/layout/hierarchy1"/>
    <dgm:cxn modelId="{FBBEA0DD-FD2E-4133-9521-E595B238AEF3}" type="presParOf" srcId="{CE730ABE-D702-4661-AC8F-A0EA5C70A62B}" destId="{91C843EB-8107-4EE2-BD29-2F32321028D3}" srcOrd="1" destOrd="0" presId="urn:microsoft.com/office/officeart/2005/8/layout/hierarchy1"/>
    <dgm:cxn modelId="{7942462B-0A5F-4DB9-8057-5D4EF7AB62F7}" type="presParOf" srcId="{40CB6486-9C2A-4920-80B6-0C36E3289E1D}" destId="{4F9BBD4C-67A2-4511-866C-7752B66F3DF5}" srcOrd="1" destOrd="0" presId="urn:microsoft.com/office/officeart/2005/8/layout/hierarchy1"/>
    <dgm:cxn modelId="{B760602A-ED2C-4E9B-99E8-D06FA0E3E192}" type="presParOf" srcId="{AABAC873-A0A5-43A7-A679-DE965C19F2B7}" destId="{D5D0A951-4811-476F-A281-3129C74A98E7}" srcOrd="2" destOrd="0" presId="urn:microsoft.com/office/officeart/2005/8/layout/hierarchy1"/>
    <dgm:cxn modelId="{2DCC2BCB-31F6-4959-919B-7F92F266AD67}" type="presParOf" srcId="{AABAC873-A0A5-43A7-A679-DE965C19F2B7}" destId="{DBF3DE66-1ED4-4FA6-B8AC-835D493762F2}" srcOrd="3" destOrd="0" presId="urn:microsoft.com/office/officeart/2005/8/layout/hierarchy1"/>
    <dgm:cxn modelId="{71ACDCCE-C4D2-4BB5-9307-E0A8D531B916}" type="presParOf" srcId="{DBF3DE66-1ED4-4FA6-B8AC-835D493762F2}" destId="{F33C7508-FEC2-400F-AB60-2BB38CE17AD2}" srcOrd="0" destOrd="0" presId="urn:microsoft.com/office/officeart/2005/8/layout/hierarchy1"/>
    <dgm:cxn modelId="{D9F3471D-A09D-4B14-9EB6-87D9A45DB7C8}" type="presParOf" srcId="{F33C7508-FEC2-400F-AB60-2BB38CE17AD2}" destId="{048A6EA5-C18F-4BCF-8B41-41E54E78DF32}" srcOrd="0" destOrd="0" presId="urn:microsoft.com/office/officeart/2005/8/layout/hierarchy1"/>
    <dgm:cxn modelId="{B10F7629-064D-45E7-A20E-753F578D430D}" type="presParOf" srcId="{F33C7508-FEC2-400F-AB60-2BB38CE17AD2}" destId="{888C5106-8738-4127-94E1-B7726D0303E5}" srcOrd="1" destOrd="0" presId="urn:microsoft.com/office/officeart/2005/8/layout/hierarchy1"/>
    <dgm:cxn modelId="{704A1CF5-3F7C-4D80-A000-6F0F64659090}" type="presParOf" srcId="{DBF3DE66-1ED4-4FA6-B8AC-835D493762F2}" destId="{1F13A67C-9690-4ED8-86FE-CF6BBA0CDD6F}" srcOrd="1" destOrd="0" presId="urn:microsoft.com/office/officeart/2005/8/layout/hierarchy1"/>
    <dgm:cxn modelId="{600734CF-CA68-41C0-85A3-0F945391C746}" type="presParOf" srcId="{AABAC873-A0A5-43A7-A679-DE965C19F2B7}" destId="{CCE0F3C5-3C7B-4D13-BAE4-98D5D3EE9FDE}" srcOrd="4" destOrd="0" presId="urn:microsoft.com/office/officeart/2005/8/layout/hierarchy1"/>
    <dgm:cxn modelId="{5423F2C4-9AEB-439A-B051-935610A8DD90}" type="presParOf" srcId="{AABAC873-A0A5-43A7-A679-DE965C19F2B7}" destId="{D1C6B55B-DE40-4F74-8DEB-B580589E4C87}" srcOrd="5" destOrd="0" presId="urn:microsoft.com/office/officeart/2005/8/layout/hierarchy1"/>
    <dgm:cxn modelId="{E64A907F-94D9-4EA0-BAEA-C669A647A3B0}" type="presParOf" srcId="{D1C6B55B-DE40-4F74-8DEB-B580589E4C87}" destId="{E994651F-86F0-4C16-8460-282218C561CA}" srcOrd="0" destOrd="0" presId="urn:microsoft.com/office/officeart/2005/8/layout/hierarchy1"/>
    <dgm:cxn modelId="{2D547FA0-42D7-40D7-A68B-A4D84D82BE8F}" type="presParOf" srcId="{E994651F-86F0-4C16-8460-282218C561CA}" destId="{F36CE0EC-95C3-4B89-BF51-C152A5CD0738}" srcOrd="0" destOrd="0" presId="urn:microsoft.com/office/officeart/2005/8/layout/hierarchy1"/>
    <dgm:cxn modelId="{B8BADA15-92D8-4331-8C41-4CFB3B17A9D5}" type="presParOf" srcId="{E994651F-86F0-4C16-8460-282218C561CA}" destId="{40111722-EB7F-4D1A-BCF9-61B97E171206}" srcOrd="1" destOrd="0" presId="urn:microsoft.com/office/officeart/2005/8/layout/hierarchy1"/>
    <dgm:cxn modelId="{84EBDBF3-4AC7-403B-9CC5-4D0AC018C4F0}" type="presParOf" srcId="{D1C6B55B-DE40-4F74-8DEB-B580589E4C87}" destId="{2CA61CD3-3AC5-4881-A6BA-0BF4D72E06D3}" srcOrd="1" destOrd="0" presId="urn:microsoft.com/office/officeart/2005/8/layout/hierarchy1"/>
    <dgm:cxn modelId="{C30A86C3-4B93-415C-B20D-FA3E3776B8BB}" type="presParOf" srcId="{AABAC873-A0A5-43A7-A679-DE965C19F2B7}" destId="{FD2FF824-3210-4606-8160-8DBD481FDE7C}" srcOrd="6" destOrd="0" presId="urn:microsoft.com/office/officeart/2005/8/layout/hierarchy1"/>
    <dgm:cxn modelId="{153E7DA1-E5F5-4490-B7FA-DE188418BDAA}" type="presParOf" srcId="{AABAC873-A0A5-43A7-A679-DE965C19F2B7}" destId="{C5533CB9-22A3-4BF6-BD03-68DD1A99CF64}" srcOrd="7" destOrd="0" presId="urn:microsoft.com/office/officeart/2005/8/layout/hierarchy1"/>
    <dgm:cxn modelId="{E50FDC50-AB03-4531-A66B-1D7DED2EDD54}" type="presParOf" srcId="{C5533CB9-22A3-4BF6-BD03-68DD1A99CF64}" destId="{1CC24ADD-FCF8-422F-A621-8E908EC06316}" srcOrd="0" destOrd="0" presId="urn:microsoft.com/office/officeart/2005/8/layout/hierarchy1"/>
    <dgm:cxn modelId="{E873832E-0FA0-411A-95A0-3CA0FCC43AA7}" type="presParOf" srcId="{1CC24ADD-FCF8-422F-A621-8E908EC06316}" destId="{A8A25B6F-1DE8-407C-BD94-39E0947685D5}" srcOrd="0" destOrd="0" presId="urn:microsoft.com/office/officeart/2005/8/layout/hierarchy1"/>
    <dgm:cxn modelId="{12BCB702-DDD7-44D7-9C3B-55E0025828AA}" type="presParOf" srcId="{1CC24ADD-FCF8-422F-A621-8E908EC06316}" destId="{CEDD634D-1B49-4EBB-AF84-C86D173E47BA}" srcOrd="1" destOrd="0" presId="urn:microsoft.com/office/officeart/2005/8/layout/hierarchy1"/>
    <dgm:cxn modelId="{E86E05E3-0178-4446-9217-BAA626BF208D}" type="presParOf" srcId="{C5533CB9-22A3-4BF6-BD03-68DD1A99CF64}" destId="{0DB3E466-EDAD-4776-9F1E-4DE9838A6F53}" srcOrd="1" destOrd="0" presId="urn:microsoft.com/office/officeart/2005/8/layout/hierarchy1"/>
    <dgm:cxn modelId="{D38C646D-C17F-489E-967D-7272710317AB}" type="presParOf" srcId="{AABAC873-A0A5-43A7-A679-DE965C19F2B7}" destId="{72F0F0CB-8930-42C9-BA3C-A505521E2FAD}" srcOrd="8" destOrd="0" presId="urn:microsoft.com/office/officeart/2005/8/layout/hierarchy1"/>
    <dgm:cxn modelId="{1457046E-C4EE-440D-A83D-F1B7845D412B}" type="presParOf" srcId="{AABAC873-A0A5-43A7-A679-DE965C19F2B7}" destId="{F52EFC39-0CD8-4B5E-A371-2253A3F36CDF}" srcOrd="9" destOrd="0" presId="urn:microsoft.com/office/officeart/2005/8/layout/hierarchy1"/>
    <dgm:cxn modelId="{D0A42C4E-91DA-4181-B618-B0637AEABCD8}" type="presParOf" srcId="{F52EFC39-0CD8-4B5E-A371-2253A3F36CDF}" destId="{467334CB-E834-45B0-81E5-D1EC5F45B55F}" srcOrd="0" destOrd="0" presId="urn:microsoft.com/office/officeart/2005/8/layout/hierarchy1"/>
    <dgm:cxn modelId="{F3E93295-1175-4294-AC0B-76524647957F}" type="presParOf" srcId="{467334CB-E834-45B0-81E5-D1EC5F45B55F}" destId="{03112B4B-4710-43F2-A42D-0BAA6305748E}" srcOrd="0" destOrd="0" presId="urn:microsoft.com/office/officeart/2005/8/layout/hierarchy1"/>
    <dgm:cxn modelId="{E7ADE960-14BA-4982-8B17-659B2E2A153F}" type="presParOf" srcId="{467334CB-E834-45B0-81E5-D1EC5F45B55F}" destId="{D7D5B398-DFEF-4888-A3FE-127CD7C70B6D}" srcOrd="1" destOrd="0" presId="urn:microsoft.com/office/officeart/2005/8/layout/hierarchy1"/>
    <dgm:cxn modelId="{DB909561-F2F3-451E-BDAF-24B1242FF7E5}" type="presParOf" srcId="{F52EFC39-0CD8-4B5E-A371-2253A3F36CDF}" destId="{79622DB9-F257-4BCE-9F36-D36BAA345C2B}" srcOrd="1" destOrd="0" presId="urn:microsoft.com/office/officeart/2005/8/layout/hierarchy1"/>
    <dgm:cxn modelId="{CE0A322E-CB89-4E4E-9072-3B0CE4187F94}" type="presParOf" srcId="{F0328857-4604-44BB-9BBC-9DEC0D34CE17}" destId="{49545D13-1580-46B5-A360-7B1033299DA0}" srcOrd="2" destOrd="0" presId="urn:microsoft.com/office/officeart/2005/8/layout/hierarchy1"/>
    <dgm:cxn modelId="{B02BF443-87CA-44D1-8B5D-46ADE8365409}" type="presParOf" srcId="{F0328857-4604-44BB-9BBC-9DEC0D34CE17}" destId="{930FD968-B9FC-4E42-9ACA-70809CAA8DFC}" srcOrd="3" destOrd="0" presId="urn:microsoft.com/office/officeart/2005/8/layout/hierarchy1"/>
    <dgm:cxn modelId="{63BBD04C-2AFE-40DE-8E0F-0387C8543DC0}" type="presParOf" srcId="{930FD968-B9FC-4E42-9ACA-70809CAA8DFC}" destId="{7C309006-520E-4E03-BA14-52835158FAAE}" srcOrd="0" destOrd="0" presId="urn:microsoft.com/office/officeart/2005/8/layout/hierarchy1"/>
    <dgm:cxn modelId="{237061EE-5776-4296-9604-7FF1C086A4E5}" type="presParOf" srcId="{7C309006-520E-4E03-BA14-52835158FAAE}" destId="{8EC52095-1187-4C08-AFA2-CE7289E0769B}" srcOrd="0" destOrd="0" presId="urn:microsoft.com/office/officeart/2005/8/layout/hierarchy1"/>
    <dgm:cxn modelId="{559CB958-4181-4B04-8695-D35F510BFC4C}" type="presParOf" srcId="{7C309006-520E-4E03-BA14-52835158FAAE}" destId="{E1A35BA1-0AD5-4AF1-A822-8339504E6E79}" srcOrd="1" destOrd="0" presId="urn:microsoft.com/office/officeart/2005/8/layout/hierarchy1"/>
    <dgm:cxn modelId="{8DA84774-1276-47EA-9052-DCA1ECCA437D}" type="presParOf" srcId="{930FD968-B9FC-4E42-9ACA-70809CAA8DFC}" destId="{019134D4-3C39-4910-9605-B0B726D9DCC6}" srcOrd="1" destOrd="0" presId="urn:microsoft.com/office/officeart/2005/8/layout/hierarchy1"/>
    <dgm:cxn modelId="{54DF36B1-1C67-4A80-B692-599DF96BD75E}" type="presParOf" srcId="{019134D4-3C39-4910-9605-B0B726D9DCC6}" destId="{73691D5E-A292-4B60-B84C-0D959D85DC91}" srcOrd="0" destOrd="0" presId="urn:microsoft.com/office/officeart/2005/8/layout/hierarchy1"/>
    <dgm:cxn modelId="{2A575A07-F082-4AA9-B13F-5C7CEC0A8535}" type="presParOf" srcId="{019134D4-3C39-4910-9605-B0B726D9DCC6}" destId="{96DA0D07-15E9-4E2B-9F4E-A6DDADAEF583}" srcOrd="1" destOrd="0" presId="urn:microsoft.com/office/officeart/2005/8/layout/hierarchy1"/>
    <dgm:cxn modelId="{ED4F925E-5ACD-4FC8-AF21-2C438077FCD4}" type="presParOf" srcId="{96DA0D07-15E9-4E2B-9F4E-A6DDADAEF583}" destId="{6868ADFC-8DCC-4B8F-93ED-A964EE41EC61}" srcOrd="0" destOrd="0" presId="urn:microsoft.com/office/officeart/2005/8/layout/hierarchy1"/>
    <dgm:cxn modelId="{97045BE3-66AE-4562-AF5A-6C552F5E3412}" type="presParOf" srcId="{6868ADFC-8DCC-4B8F-93ED-A964EE41EC61}" destId="{6A96F826-A0FA-416B-8E26-05BCACD6CD7E}" srcOrd="0" destOrd="0" presId="urn:microsoft.com/office/officeart/2005/8/layout/hierarchy1"/>
    <dgm:cxn modelId="{41EDEA0F-BFA3-49E1-BAFB-ABBF39729421}" type="presParOf" srcId="{6868ADFC-8DCC-4B8F-93ED-A964EE41EC61}" destId="{3D4850E8-2445-4363-B048-F9B526632B87}" srcOrd="1" destOrd="0" presId="urn:microsoft.com/office/officeart/2005/8/layout/hierarchy1"/>
    <dgm:cxn modelId="{6CE575F6-E92F-4A48-B925-777B6BBF6D9F}" type="presParOf" srcId="{96DA0D07-15E9-4E2B-9F4E-A6DDADAEF583}" destId="{B8664363-1EF7-4A51-8924-FFE2C28C032F}" srcOrd="1" destOrd="0" presId="urn:microsoft.com/office/officeart/2005/8/layout/hierarchy1"/>
    <dgm:cxn modelId="{919D564A-B10F-4C75-B459-39FC6F649173}" type="presParOf" srcId="{F0328857-4604-44BB-9BBC-9DEC0D34CE17}" destId="{8505A92D-F47A-47C9-B884-64A47BB13D4A}" srcOrd="4" destOrd="0" presId="urn:microsoft.com/office/officeart/2005/8/layout/hierarchy1"/>
    <dgm:cxn modelId="{D113F283-1444-409A-BC11-AE9FFDE8020A}" type="presParOf" srcId="{F0328857-4604-44BB-9BBC-9DEC0D34CE17}" destId="{72BEBF21-8C4D-4782-9BFB-1AD458391981}" srcOrd="5" destOrd="0" presId="urn:microsoft.com/office/officeart/2005/8/layout/hierarchy1"/>
    <dgm:cxn modelId="{FC53BB9E-5E1B-4036-AB85-CB5CD4046D55}" type="presParOf" srcId="{72BEBF21-8C4D-4782-9BFB-1AD458391981}" destId="{22396AEC-188A-4FE2-ADD3-7EBEE832B05E}" srcOrd="0" destOrd="0" presId="urn:microsoft.com/office/officeart/2005/8/layout/hierarchy1"/>
    <dgm:cxn modelId="{570D921D-AA80-4CAD-94A2-AA9A1C45347B}" type="presParOf" srcId="{22396AEC-188A-4FE2-ADD3-7EBEE832B05E}" destId="{AA0095F1-B199-4360-95FA-B5B8B7903EE7}" srcOrd="0" destOrd="0" presId="urn:microsoft.com/office/officeart/2005/8/layout/hierarchy1"/>
    <dgm:cxn modelId="{680B0B00-2872-48D0-88B9-8C07FFCA7C09}" type="presParOf" srcId="{22396AEC-188A-4FE2-ADD3-7EBEE832B05E}" destId="{E3509E18-63B5-4E59-ACE5-38433741BF2E}" srcOrd="1" destOrd="0" presId="urn:microsoft.com/office/officeart/2005/8/layout/hierarchy1"/>
    <dgm:cxn modelId="{1A95C1C5-2C78-4B8E-BF85-599767469F9A}" type="presParOf" srcId="{72BEBF21-8C4D-4782-9BFB-1AD458391981}" destId="{1ED3E57E-2D92-470E-B057-EB97D2628081}" srcOrd="1" destOrd="0" presId="urn:microsoft.com/office/officeart/2005/8/layout/hierarchy1"/>
    <dgm:cxn modelId="{A194867C-6B23-41CC-90E3-45C89387DB9D}" type="presParOf" srcId="{1ED3E57E-2D92-470E-B057-EB97D2628081}" destId="{77692E16-D328-4FD4-9643-6658CE5A1DFE}" srcOrd="0" destOrd="0" presId="urn:microsoft.com/office/officeart/2005/8/layout/hierarchy1"/>
    <dgm:cxn modelId="{4E39B45B-F023-4AFC-A327-F9F116F270A6}" type="presParOf" srcId="{1ED3E57E-2D92-470E-B057-EB97D2628081}" destId="{B5CE3581-D99B-4261-9404-4D65904EFEF9}" srcOrd="1" destOrd="0" presId="urn:microsoft.com/office/officeart/2005/8/layout/hierarchy1"/>
    <dgm:cxn modelId="{AAF0BA9F-9439-4F1A-B682-EE78DF5D2E4E}" type="presParOf" srcId="{B5CE3581-D99B-4261-9404-4D65904EFEF9}" destId="{9DCA555D-4106-49F2-BAAC-AD60331C9FE1}" srcOrd="0" destOrd="0" presId="urn:microsoft.com/office/officeart/2005/8/layout/hierarchy1"/>
    <dgm:cxn modelId="{C3160273-1E25-4668-AD92-6B6E7819520E}" type="presParOf" srcId="{9DCA555D-4106-49F2-BAAC-AD60331C9FE1}" destId="{C0FFC13B-F0B6-463C-9037-93394C2194BC}" srcOrd="0" destOrd="0" presId="urn:microsoft.com/office/officeart/2005/8/layout/hierarchy1"/>
    <dgm:cxn modelId="{1C0A267B-0CC6-4C17-A306-AD3005999086}" type="presParOf" srcId="{9DCA555D-4106-49F2-BAAC-AD60331C9FE1}" destId="{BA03ECA9-0FCA-4D9B-8A1C-D7FE6B62520D}" srcOrd="1" destOrd="0" presId="urn:microsoft.com/office/officeart/2005/8/layout/hierarchy1"/>
    <dgm:cxn modelId="{CA07D77F-0C6F-4263-BCF1-CAFF2BC41FAC}" type="presParOf" srcId="{B5CE3581-D99B-4261-9404-4D65904EFEF9}" destId="{BCA64507-DC42-4182-BF9F-4563A900BB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69C693-F61C-45ED-9E2B-027A14762B2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53FDFA-CCA2-45E6-B192-DAD1C9EC51D3}">
      <dgm:prSet/>
      <dgm:spPr/>
      <dgm:t>
        <a:bodyPr/>
        <a:lstStyle/>
        <a:p>
          <a:r>
            <a:rPr lang="en-US" b="0" i="0" dirty="0"/>
            <a:t>Student Login</a:t>
          </a:r>
          <a:endParaRPr lang="en-IN" dirty="0"/>
        </a:p>
      </dgm:t>
    </dgm:pt>
    <dgm:pt modelId="{711FF5E8-D847-4AE1-9DB1-341288EE9CF5}" type="parTrans" cxnId="{FD09B8D4-764E-45C2-B239-A99FCA4ACFFE}">
      <dgm:prSet/>
      <dgm:spPr/>
      <dgm:t>
        <a:bodyPr/>
        <a:lstStyle/>
        <a:p>
          <a:endParaRPr lang="en-IN"/>
        </a:p>
      </dgm:t>
    </dgm:pt>
    <dgm:pt modelId="{81F19189-6274-4307-82F4-8FDEA2291309}" type="sibTrans" cxnId="{FD09B8D4-764E-45C2-B239-A99FCA4ACFFE}">
      <dgm:prSet/>
      <dgm:spPr/>
      <dgm:t>
        <a:bodyPr/>
        <a:lstStyle/>
        <a:p>
          <a:endParaRPr lang="en-IN"/>
        </a:p>
      </dgm:t>
    </dgm:pt>
    <dgm:pt modelId="{B16A3E72-91D7-47D8-9F69-C18A08C0AA91}">
      <dgm:prSet/>
      <dgm:spPr/>
      <dgm:t>
        <a:bodyPr/>
        <a:lstStyle/>
        <a:p>
          <a:r>
            <a:rPr lang="en-IN" dirty="0"/>
            <a:t>Show Subjects</a:t>
          </a:r>
        </a:p>
      </dgm:t>
    </dgm:pt>
    <dgm:pt modelId="{50AD5147-4526-4DB0-837E-A33362766A6C}" type="parTrans" cxnId="{0D70A4E6-A0A0-41F3-BFBE-2041B67FA5DB}">
      <dgm:prSet/>
      <dgm:spPr/>
      <dgm:t>
        <a:bodyPr/>
        <a:lstStyle/>
        <a:p>
          <a:endParaRPr lang="en-IN"/>
        </a:p>
      </dgm:t>
    </dgm:pt>
    <dgm:pt modelId="{D968FB62-A55A-4AD6-982D-6F87A4D8522E}" type="sibTrans" cxnId="{0D70A4E6-A0A0-41F3-BFBE-2041B67FA5DB}">
      <dgm:prSet/>
      <dgm:spPr/>
      <dgm:t>
        <a:bodyPr/>
        <a:lstStyle/>
        <a:p>
          <a:endParaRPr lang="en-IN"/>
        </a:p>
      </dgm:t>
    </dgm:pt>
    <dgm:pt modelId="{1A299612-DC6F-4E4B-A065-9354B7944E2C}">
      <dgm:prSet/>
      <dgm:spPr/>
      <dgm:t>
        <a:bodyPr/>
        <a:lstStyle/>
        <a:p>
          <a:r>
            <a:rPr lang="en-IN" dirty="0"/>
            <a:t>Show Date and Lecture Number wise Records</a:t>
          </a:r>
        </a:p>
      </dgm:t>
    </dgm:pt>
    <dgm:pt modelId="{D50C5690-5D52-4982-9CB7-20A83386C6EC}" type="parTrans" cxnId="{684651CE-00A8-413F-BE96-2D1368DC4587}">
      <dgm:prSet/>
      <dgm:spPr/>
      <dgm:t>
        <a:bodyPr/>
        <a:lstStyle/>
        <a:p>
          <a:endParaRPr lang="en-IN"/>
        </a:p>
      </dgm:t>
    </dgm:pt>
    <dgm:pt modelId="{69FE75B4-1D9E-467A-ACA3-9F64C94564E5}" type="sibTrans" cxnId="{684651CE-00A8-413F-BE96-2D1368DC4587}">
      <dgm:prSet/>
      <dgm:spPr/>
      <dgm:t>
        <a:bodyPr/>
        <a:lstStyle/>
        <a:p>
          <a:endParaRPr lang="en-IN"/>
        </a:p>
      </dgm:t>
    </dgm:pt>
    <dgm:pt modelId="{0712E08A-8F52-4AA8-8411-1B9E67E6FEA9}">
      <dgm:prSet/>
      <dgm:spPr/>
      <dgm:t>
        <a:bodyPr/>
        <a:lstStyle/>
        <a:p>
          <a:r>
            <a:rPr lang="en-IN" dirty="0"/>
            <a:t>Profile</a:t>
          </a:r>
        </a:p>
      </dgm:t>
    </dgm:pt>
    <dgm:pt modelId="{A7EDE5C7-98BF-4195-9715-30F53F52DDF0}" type="parTrans" cxnId="{EF10190B-1654-4E0B-8CB6-A8E01371334F}">
      <dgm:prSet/>
      <dgm:spPr/>
      <dgm:t>
        <a:bodyPr/>
        <a:lstStyle/>
        <a:p>
          <a:endParaRPr lang="en-IN"/>
        </a:p>
      </dgm:t>
    </dgm:pt>
    <dgm:pt modelId="{FB01A04C-EFDA-4CD8-B46B-692D0852CB03}" type="sibTrans" cxnId="{EF10190B-1654-4E0B-8CB6-A8E01371334F}">
      <dgm:prSet/>
      <dgm:spPr/>
      <dgm:t>
        <a:bodyPr/>
        <a:lstStyle/>
        <a:p>
          <a:endParaRPr lang="en-IN"/>
        </a:p>
      </dgm:t>
    </dgm:pt>
    <dgm:pt modelId="{85A635A0-9223-42F0-AC9C-33D48AE9D9D0}">
      <dgm:prSet/>
      <dgm:spPr/>
      <dgm:t>
        <a:bodyPr/>
        <a:lstStyle/>
        <a:p>
          <a:r>
            <a:rPr lang="en-IN" dirty="0"/>
            <a:t>Edit</a:t>
          </a:r>
        </a:p>
      </dgm:t>
    </dgm:pt>
    <dgm:pt modelId="{FF78F974-27D0-4F03-9ED7-D8E83E3F09F0}" type="parTrans" cxnId="{726010C7-DF20-4611-9DA2-D13C0E9D9EAF}">
      <dgm:prSet/>
      <dgm:spPr/>
      <dgm:t>
        <a:bodyPr/>
        <a:lstStyle/>
        <a:p>
          <a:endParaRPr lang="en-IN"/>
        </a:p>
      </dgm:t>
    </dgm:pt>
    <dgm:pt modelId="{A9A85708-8D90-4368-9510-C8FC62C9D785}" type="sibTrans" cxnId="{726010C7-DF20-4611-9DA2-D13C0E9D9EAF}">
      <dgm:prSet/>
      <dgm:spPr/>
      <dgm:t>
        <a:bodyPr/>
        <a:lstStyle/>
        <a:p>
          <a:endParaRPr lang="en-IN"/>
        </a:p>
      </dgm:t>
    </dgm:pt>
    <dgm:pt modelId="{D1C25FD1-D434-4DA5-82EB-3DD5F75F602E}">
      <dgm:prSet/>
      <dgm:spPr/>
      <dgm:t>
        <a:bodyPr/>
        <a:lstStyle/>
        <a:p>
          <a:r>
            <a:rPr lang="en-IN"/>
            <a:t>Logout</a:t>
          </a:r>
          <a:endParaRPr lang="en-IN" dirty="0"/>
        </a:p>
      </dgm:t>
    </dgm:pt>
    <dgm:pt modelId="{4A5A2B71-737C-49C5-BD47-E5D723A62FDB}" type="parTrans" cxnId="{031938DA-875E-4F72-A749-02B6BC22A0EB}">
      <dgm:prSet/>
      <dgm:spPr/>
      <dgm:t>
        <a:bodyPr/>
        <a:lstStyle/>
        <a:p>
          <a:endParaRPr lang="en-IN"/>
        </a:p>
      </dgm:t>
    </dgm:pt>
    <dgm:pt modelId="{B6579ABE-16C4-42E3-9CE0-77B409E3B48D}" type="sibTrans" cxnId="{031938DA-875E-4F72-A749-02B6BC22A0EB}">
      <dgm:prSet/>
      <dgm:spPr/>
      <dgm:t>
        <a:bodyPr/>
        <a:lstStyle/>
        <a:p>
          <a:endParaRPr lang="en-IN"/>
        </a:p>
      </dgm:t>
    </dgm:pt>
    <dgm:pt modelId="{F0681588-06DD-4EAC-8675-629F5AF58ABE}">
      <dgm:prSet/>
      <dgm:spPr/>
      <dgm:t>
        <a:bodyPr/>
        <a:lstStyle/>
        <a:p>
          <a:r>
            <a:rPr lang="en-IN" dirty="0"/>
            <a:t>Notifications</a:t>
          </a:r>
        </a:p>
      </dgm:t>
    </dgm:pt>
    <dgm:pt modelId="{3B7E38B6-F488-441C-A0DA-795090B25968}" type="parTrans" cxnId="{F81E23D7-DD22-4099-ABDD-EFE49A2BC622}">
      <dgm:prSet/>
      <dgm:spPr/>
      <dgm:t>
        <a:bodyPr/>
        <a:lstStyle/>
        <a:p>
          <a:endParaRPr lang="en-IN"/>
        </a:p>
      </dgm:t>
    </dgm:pt>
    <dgm:pt modelId="{E8C17DE3-E8C5-4B04-AF64-D47CD6D754CE}" type="sibTrans" cxnId="{F81E23D7-DD22-4099-ABDD-EFE49A2BC622}">
      <dgm:prSet/>
      <dgm:spPr/>
      <dgm:t>
        <a:bodyPr/>
        <a:lstStyle/>
        <a:p>
          <a:endParaRPr lang="en-IN"/>
        </a:p>
      </dgm:t>
    </dgm:pt>
    <dgm:pt modelId="{10F68A57-A8B1-419A-9077-BF5360B72B07}">
      <dgm:prSet/>
      <dgm:spPr/>
      <dgm:t>
        <a:bodyPr/>
        <a:lstStyle/>
        <a:p>
          <a:r>
            <a:rPr lang="en-IN"/>
            <a:t>Present / Absent</a:t>
          </a:r>
          <a:endParaRPr lang="en-IN" dirty="0"/>
        </a:p>
      </dgm:t>
    </dgm:pt>
    <dgm:pt modelId="{6E381652-AE97-48FC-A459-5EF72A893A32}" type="parTrans" cxnId="{B3B16AE7-8579-4118-889C-C42A197FBB82}">
      <dgm:prSet/>
      <dgm:spPr/>
      <dgm:t>
        <a:bodyPr/>
        <a:lstStyle/>
        <a:p>
          <a:endParaRPr lang="en-IN"/>
        </a:p>
      </dgm:t>
    </dgm:pt>
    <dgm:pt modelId="{79C62C23-5001-4844-AF0D-FEB56402B263}" type="sibTrans" cxnId="{B3B16AE7-8579-4118-889C-C42A197FBB82}">
      <dgm:prSet/>
      <dgm:spPr/>
      <dgm:t>
        <a:bodyPr/>
        <a:lstStyle/>
        <a:p>
          <a:endParaRPr lang="en-IN"/>
        </a:p>
      </dgm:t>
    </dgm:pt>
    <dgm:pt modelId="{26F75DB7-3823-48F7-9D74-BF1FAC375767}" type="pres">
      <dgm:prSet presAssocID="{EA69C693-F61C-45ED-9E2B-027A14762B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2994DD-2AE0-4FA4-998E-72BA68110621}" type="pres">
      <dgm:prSet presAssocID="{C753FDFA-CCA2-45E6-B192-DAD1C9EC51D3}" presName="hierRoot1" presStyleCnt="0"/>
      <dgm:spPr/>
    </dgm:pt>
    <dgm:pt modelId="{89A097F4-3FAB-46AC-8E6C-40EF3C3C17EB}" type="pres">
      <dgm:prSet presAssocID="{C753FDFA-CCA2-45E6-B192-DAD1C9EC51D3}" presName="composite" presStyleCnt="0"/>
      <dgm:spPr/>
    </dgm:pt>
    <dgm:pt modelId="{E3D5865D-6602-4A5E-958B-898A4354B4F9}" type="pres">
      <dgm:prSet presAssocID="{C753FDFA-CCA2-45E6-B192-DAD1C9EC51D3}" presName="background" presStyleLbl="node0" presStyleIdx="0" presStyleCnt="1"/>
      <dgm:spPr/>
    </dgm:pt>
    <dgm:pt modelId="{3DEEB2ED-10E8-43C9-8552-6159E39522B3}" type="pres">
      <dgm:prSet presAssocID="{C753FDFA-CCA2-45E6-B192-DAD1C9EC51D3}" presName="text" presStyleLbl="fgAcc0" presStyleIdx="0" presStyleCnt="1">
        <dgm:presLayoutVars>
          <dgm:chPref val="3"/>
        </dgm:presLayoutVars>
      </dgm:prSet>
      <dgm:spPr/>
    </dgm:pt>
    <dgm:pt modelId="{14D46BEE-9B6A-4301-853E-6967FCBEBA82}" type="pres">
      <dgm:prSet presAssocID="{C753FDFA-CCA2-45E6-B192-DAD1C9EC51D3}" presName="hierChild2" presStyleCnt="0"/>
      <dgm:spPr/>
    </dgm:pt>
    <dgm:pt modelId="{86478869-84DF-44EB-A6D7-1FAD95E3DA19}" type="pres">
      <dgm:prSet presAssocID="{A7EDE5C7-98BF-4195-9715-30F53F52DDF0}" presName="Name10" presStyleLbl="parChTrans1D2" presStyleIdx="0" presStyleCnt="2"/>
      <dgm:spPr/>
    </dgm:pt>
    <dgm:pt modelId="{9F43F322-009F-4B4C-9E39-D8C64E81A53D}" type="pres">
      <dgm:prSet presAssocID="{0712E08A-8F52-4AA8-8411-1B9E67E6FEA9}" presName="hierRoot2" presStyleCnt="0"/>
      <dgm:spPr/>
    </dgm:pt>
    <dgm:pt modelId="{324961AE-F03A-4C91-B94D-87F8A60F0B21}" type="pres">
      <dgm:prSet presAssocID="{0712E08A-8F52-4AA8-8411-1B9E67E6FEA9}" presName="composite2" presStyleCnt="0"/>
      <dgm:spPr/>
    </dgm:pt>
    <dgm:pt modelId="{BE71CD89-BAF7-4ABF-AD2D-0EA5AC58C284}" type="pres">
      <dgm:prSet presAssocID="{0712E08A-8F52-4AA8-8411-1B9E67E6FEA9}" presName="background2" presStyleLbl="node2" presStyleIdx="0" presStyleCnt="2"/>
      <dgm:spPr/>
    </dgm:pt>
    <dgm:pt modelId="{05087972-7F42-4292-A434-8B193DE31711}" type="pres">
      <dgm:prSet presAssocID="{0712E08A-8F52-4AA8-8411-1B9E67E6FEA9}" presName="text2" presStyleLbl="fgAcc2" presStyleIdx="0" presStyleCnt="2">
        <dgm:presLayoutVars>
          <dgm:chPref val="3"/>
        </dgm:presLayoutVars>
      </dgm:prSet>
      <dgm:spPr/>
    </dgm:pt>
    <dgm:pt modelId="{71B9DE0E-320C-43C5-908A-1B8547EEC720}" type="pres">
      <dgm:prSet presAssocID="{0712E08A-8F52-4AA8-8411-1B9E67E6FEA9}" presName="hierChild3" presStyleCnt="0"/>
      <dgm:spPr/>
    </dgm:pt>
    <dgm:pt modelId="{B8E921A3-1F66-4C52-A53C-4489A515C64D}" type="pres">
      <dgm:prSet presAssocID="{3B7E38B6-F488-441C-A0DA-795090B25968}" presName="Name17" presStyleLbl="parChTrans1D3" presStyleIdx="0" presStyleCnt="4"/>
      <dgm:spPr/>
    </dgm:pt>
    <dgm:pt modelId="{9ED976CC-9659-4085-B4F7-CC6EAE8163F4}" type="pres">
      <dgm:prSet presAssocID="{F0681588-06DD-4EAC-8675-629F5AF58ABE}" presName="hierRoot3" presStyleCnt="0"/>
      <dgm:spPr/>
    </dgm:pt>
    <dgm:pt modelId="{150B6F36-8CB9-4F69-BEDD-8039AEF35530}" type="pres">
      <dgm:prSet presAssocID="{F0681588-06DD-4EAC-8675-629F5AF58ABE}" presName="composite3" presStyleCnt="0"/>
      <dgm:spPr/>
    </dgm:pt>
    <dgm:pt modelId="{9EC41E2B-7B8D-4E6B-B888-967177731FDE}" type="pres">
      <dgm:prSet presAssocID="{F0681588-06DD-4EAC-8675-629F5AF58ABE}" presName="background3" presStyleLbl="node3" presStyleIdx="0" presStyleCnt="4"/>
      <dgm:spPr/>
    </dgm:pt>
    <dgm:pt modelId="{7A401262-AB6F-48A7-839A-1A5486D32024}" type="pres">
      <dgm:prSet presAssocID="{F0681588-06DD-4EAC-8675-629F5AF58ABE}" presName="text3" presStyleLbl="fgAcc3" presStyleIdx="0" presStyleCnt="4">
        <dgm:presLayoutVars>
          <dgm:chPref val="3"/>
        </dgm:presLayoutVars>
      </dgm:prSet>
      <dgm:spPr/>
    </dgm:pt>
    <dgm:pt modelId="{AA8D6591-8A57-4631-8976-AB38BD562255}" type="pres">
      <dgm:prSet presAssocID="{F0681588-06DD-4EAC-8675-629F5AF58ABE}" presName="hierChild4" presStyleCnt="0"/>
      <dgm:spPr/>
    </dgm:pt>
    <dgm:pt modelId="{C668B256-7F22-4A2E-ABC0-18B0D308DCB8}" type="pres">
      <dgm:prSet presAssocID="{6E381652-AE97-48FC-A459-5EF72A893A32}" presName="Name23" presStyleLbl="parChTrans1D4" presStyleIdx="0" presStyleCnt="1"/>
      <dgm:spPr/>
    </dgm:pt>
    <dgm:pt modelId="{9F9A031F-D0DB-4F34-B827-295D0F314B78}" type="pres">
      <dgm:prSet presAssocID="{10F68A57-A8B1-419A-9077-BF5360B72B07}" presName="hierRoot4" presStyleCnt="0"/>
      <dgm:spPr/>
    </dgm:pt>
    <dgm:pt modelId="{5FF9886A-B869-4D65-9C80-6F04EE698CC8}" type="pres">
      <dgm:prSet presAssocID="{10F68A57-A8B1-419A-9077-BF5360B72B07}" presName="composite4" presStyleCnt="0"/>
      <dgm:spPr/>
    </dgm:pt>
    <dgm:pt modelId="{1AB372C1-8712-48D7-933C-365320DC0250}" type="pres">
      <dgm:prSet presAssocID="{10F68A57-A8B1-419A-9077-BF5360B72B07}" presName="background4" presStyleLbl="node4" presStyleIdx="0" presStyleCnt="1"/>
      <dgm:spPr/>
    </dgm:pt>
    <dgm:pt modelId="{127D3A94-0B00-4D39-A42A-47DE7BC623FF}" type="pres">
      <dgm:prSet presAssocID="{10F68A57-A8B1-419A-9077-BF5360B72B07}" presName="text4" presStyleLbl="fgAcc4" presStyleIdx="0" presStyleCnt="1">
        <dgm:presLayoutVars>
          <dgm:chPref val="3"/>
        </dgm:presLayoutVars>
      </dgm:prSet>
      <dgm:spPr/>
    </dgm:pt>
    <dgm:pt modelId="{FB6051EB-7274-4394-804A-7FE3D4876E40}" type="pres">
      <dgm:prSet presAssocID="{10F68A57-A8B1-419A-9077-BF5360B72B07}" presName="hierChild5" presStyleCnt="0"/>
      <dgm:spPr/>
    </dgm:pt>
    <dgm:pt modelId="{7CAC47EB-F551-41EB-B552-F438DCB185A1}" type="pres">
      <dgm:prSet presAssocID="{FF78F974-27D0-4F03-9ED7-D8E83E3F09F0}" presName="Name17" presStyleLbl="parChTrans1D3" presStyleIdx="1" presStyleCnt="4"/>
      <dgm:spPr/>
    </dgm:pt>
    <dgm:pt modelId="{676580D5-D34E-4C46-98AC-AF27AE153BFC}" type="pres">
      <dgm:prSet presAssocID="{85A635A0-9223-42F0-AC9C-33D48AE9D9D0}" presName="hierRoot3" presStyleCnt="0"/>
      <dgm:spPr/>
    </dgm:pt>
    <dgm:pt modelId="{88C8A563-9542-4304-91EA-15B909A35A1D}" type="pres">
      <dgm:prSet presAssocID="{85A635A0-9223-42F0-AC9C-33D48AE9D9D0}" presName="composite3" presStyleCnt="0"/>
      <dgm:spPr/>
    </dgm:pt>
    <dgm:pt modelId="{DA56EE8F-9489-4F2B-89F2-95A83E3A6C4F}" type="pres">
      <dgm:prSet presAssocID="{85A635A0-9223-42F0-AC9C-33D48AE9D9D0}" presName="background3" presStyleLbl="node3" presStyleIdx="1" presStyleCnt="4"/>
      <dgm:spPr/>
    </dgm:pt>
    <dgm:pt modelId="{D6DED6BA-4C25-4132-ACD4-2E056FBD20FD}" type="pres">
      <dgm:prSet presAssocID="{85A635A0-9223-42F0-AC9C-33D48AE9D9D0}" presName="text3" presStyleLbl="fgAcc3" presStyleIdx="1" presStyleCnt="4">
        <dgm:presLayoutVars>
          <dgm:chPref val="3"/>
        </dgm:presLayoutVars>
      </dgm:prSet>
      <dgm:spPr/>
    </dgm:pt>
    <dgm:pt modelId="{1509BC08-FBA8-417E-83BD-E4A31060EA8E}" type="pres">
      <dgm:prSet presAssocID="{85A635A0-9223-42F0-AC9C-33D48AE9D9D0}" presName="hierChild4" presStyleCnt="0"/>
      <dgm:spPr/>
    </dgm:pt>
    <dgm:pt modelId="{5AC79EFE-D0EB-4278-8636-82641A64B1E0}" type="pres">
      <dgm:prSet presAssocID="{4A5A2B71-737C-49C5-BD47-E5D723A62FDB}" presName="Name17" presStyleLbl="parChTrans1D3" presStyleIdx="2" presStyleCnt="4"/>
      <dgm:spPr/>
    </dgm:pt>
    <dgm:pt modelId="{00B169B2-8504-4F62-BC28-4D32C5D2B33D}" type="pres">
      <dgm:prSet presAssocID="{D1C25FD1-D434-4DA5-82EB-3DD5F75F602E}" presName="hierRoot3" presStyleCnt="0"/>
      <dgm:spPr/>
    </dgm:pt>
    <dgm:pt modelId="{54DD89FB-9433-4076-9A93-1BED301EDA97}" type="pres">
      <dgm:prSet presAssocID="{D1C25FD1-D434-4DA5-82EB-3DD5F75F602E}" presName="composite3" presStyleCnt="0"/>
      <dgm:spPr/>
    </dgm:pt>
    <dgm:pt modelId="{1EA7DF43-98BC-409B-A17F-59CDB6C21D62}" type="pres">
      <dgm:prSet presAssocID="{D1C25FD1-D434-4DA5-82EB-3DD5F75F602E}" presName="background3" presStyleLbl="node3" presStyleIdx="2" presStyleCnt="4"/>
      <dgm:spPr/>
    </dgm:pt>
    <dgm:pt modelId="{6DFCD27F-47F7-4F1F-9A85-623357F969B5}" type="pres">
      <dgm:prSet presAssocID="{D1C25FD1-D434-4DA5-82EB-3DD5F75F602E}" presName="text3" presStyleLbl="fgAcc3" presStyleIdx="2" presStyleCnt="4">
        <dgm:presLayoutVars>
          <dgm:chPref val="3"/>
        </dgm:presLayoutVars>
      </dgm:prSet>
      <dgm:spPr/>
    </dgm:pt>
    <dgm:pt modelId="{4FD24188-39B4-4836-9F8B-D850B9C4CB1D}" type="pres">
      <dgm:prSet presAssocID="{D1C25FD1-D434-4DA5-82EB-3DD5F75F602E}" presName="hierChild4" presStyleCnt="0"/>
      <dgm:spPr/>
    </dgm:pt>
    <dgm:pt modelId="{CCB461A5-4E30-4D9F-9A6E-7D0AAF18F050}" type="pres">
      <dgm:prSet presAssocID="{50AD5147-4526-4DB0-837E-A33362766A6C}" presName="Name10" presStyleLbl="parChTrans1D2" presStyleIdx="1" presStyleCnt="2"/>
      <dgm:spPr/>
    </dgm:pt>
    <dgm:pt modelId="{895DA7C1-0D87-4EA6-A420-48C4981033E7}" type="pres">
      <dgm:prSet presAssocID="{B16A3E72-91D7-47D8-9F69-C18A08C0AA91}" presName="hierRoot2" presStyleCnt="0"/>
      <dgm:spPr/>
    </dgm:pt>
    <dgm:pt modelId="{0C6A2269-9ABD-44B1-8BE9-B96C0692632C}" type="pres">
      <dgm:prSet presAssocID="{B16A3E72-91D7-47D8-9F69-C18A08C0AA91}" presName="composite2" presStyleCnt="0"/>
      <dgm:spPr/>
    </dgm:pt>
    <dgm:pt modelId="{3D9CB4D4-530B-4BCF-9751-72CF5012387B}" type="pres">
      <dgm:prSet presAssocID="{B16A3E72-91D7-47D8-9F69-C18A08C0AA91}" presName="background2" presStyleLbl="node2" presStyleIdx="1" presStyleCnt="2"/>
      <dgm:spPr/>
    </dgm:pt>
    <dgm:pt modelId="{E8B12E03-C153-411E-BB25-8BCEABFE7788}" type="pres">
      <dgm:prSet presAssocID="{B16A3E72-91D7-47D8-9F69-C18A08C0AA91}" presName="text2" presStyleLbl="fgAcc2" presStyleIdx="1" presStyleCnt="2">
        <dgm:presLayoutVars>
          <dgm:chPref val="3"/>
        </dgm:presLayoutVars>
      </dgm:prSet>
      <dgm:spPr/>
    </dgm:pt>
    <dgm:pt modelId="{BA9E33D1-6CF8-48BD-9AB5-CEF93768FE2A}" type="pres">
      <dgm:prSet presAssocID="{B16A3E72-91D7-47D8-9F69-C18A08C0AA91}" presName="hierChild3" presStyleCnt="0"/>
      <dgm:spPr/>
    </dgm:pt>
    <dgm:pt modelId="{2A58382D-BD42-4283-8FCB-D63F2A549DF2}" type="pres">
      <dgm:prSet presAssocID="{D50C5690-5D52-4982-9CB7-20A83386C6EC}" presName="Name17" presStyleLbl="parChTrans1D3" presStyleIdx="3" presStyleCnt="4"/>
      <dgm:spPr/>
    </dgm:pt>
    <dgm:pt modelId="{E986A241-E0CB-44F8-A7F4-DA578527BC46}" type="pres">
      <dgm:prSet presAssocID="{1A299612-DC6F-4E4B-A065-9354B7944E2C}" presName="hierRoot3" presStyleCnt="0"/>
      <dgm:spPr/>
    </dgm:pt>
    <dgm:pt modelId="{56C470CA-6A0E-4C4A-A348-CC315B90F729}" type="pres">
      <dgm:prSet presAssocID="{1A299612-DC6F-4E4B-A065-9354B7944E2C}" presName="composite3" presStyleCnt="0"/>
      <dgm:spPr/>
    </dgm:pt>
    <dgm:pt modelId="{2EF46B48-C53C-48AD-9E87-9F29D3F9364C}" type="pres">
      <dgm:prSet presAssocID="{1A299612-DC6F-4E4B-A065-9354B7944E2C}" presName="background3" presStyleLbl="node3" presStyleIdx="3" presStyleCnt="4"/>
      <dgm:spPr/>
    </dgm:pt>
    <dgm:pt modelId="{3292834E-B6CD-4A6A-8BAB-911918F80F0D}" type="pres">
      <dgm:prSet presAssocID="{1A299612-DC6F-4E4B-A065-9354B7944E2C}" presName="text3" presStyleLbl="fgAcc3" presStyleIdx="3" presStyleCnt="4">
        <dgm:presLayoutVars>
          <dgm:chPref val="3"/>
        </dgm:presLayoutVars>
      </dgm:prSet>
      <dgm:spPr/>
    </dgm:pt>
    <dgm:pt modelId="{ED78FB16-AB33-4633-953C-FF87A88CA5E3}" type="pres">
      <dgm:prSet presAssocID="{1A299612-DC6F-4E4B-A065-9354B7944E2C}" presName="hierChild4" presStyleCnt="0"/>
      <dgm:spPr/>
    </dgm:pt>
  </dgm:ptLst>
  <dgm:cxnLst>
    <dgm:cxn modelId="{31AE1001-0A52-43E8-B3CD-DAE2CA0CBC98}" type="presOf" srcId="{0712E08A-8F52-4AA8-8411-1B9E67E6FEA9}" destId="{05087972-7F42-4292-A434-8B193DE31711}" srcOrd="0" destOrd="0" presId="urn:microsoft.com/office/officeart/2005/8/layout/hierarchy1"/>
    <dgm:cxn modelId="{6C0DA808-FC66-4EA5-8ECB-9C6BBBDBF78B}" type="presOf" srcId="{10F68A57-A8B1-419A-9077-BF5360B72B07}" destId="{127D3A94-0B00-4D39-A42A-47DE7BC623FF}" srcOrd="0" destOrd="0" presId="urn:microsoft.com/office/officeart/2005/8/layout/hierarchy1"/>
    <dgm:cxn modelId="{EF10190B-1654-4E0B-8CB6-A8E01371334F}" srcId="{C753FDFA-CCA2-45E6-B192-DAD1C9EC51D3}" destId="{0712E08A-8F52-4AA8-8411-1B9E67E6FEA9}" srcOrd="0" destOrd="0" parTransId="{A7EDE5C7-98BF-4195-9715-30F53F52DDF0}" sibTransId="{FB01A04C-EFDA-4CD8-B46B-692D0852CB03}"/>
    <dgm:cxn modelId="{4FA72E1A-2A3F-4077-846D-A01B9500B363}" type="presOf" srcId="{50AD5147-4526-4DB0-837E-A33362766A6C}" destId="{CCB461A5-4E30-4D9F-9A6E-7D0AAF18F050}" srcOrd="0" destOrd="0" presId="urn:microsoft.com/office/officeart/2005/8/layout/hierarchy1"/>
    <dgm:cxn modelId="{8A80053E-46F5-472E-8CDE-8F14DFA606CF}" type="presOf" srcId="{A7EDE5C7-98BF-4195-9715-30F53F52DDF0}" destId="{86478869-84DF-44EB-A6D7-1FAD95E3DA19}" srcOrd="0" destOrd="0" presId="urn:microsoft.com/office/officeart/2005/8/layout/hierarchy1"/>
    <dgm:cxn modelId="{D775AC71-1DB8-4585-ACFC-2DBCDBAE2FBE}" type="presOf" srcId="{6E381652-AE97-48FC-A459-5EF72A893A32}" destId="{C668B256-7F22-4A2E-ABC0-18B0D308DCB8}" srcOrd="0" destOrd="0" presId="urn:microsoft.com/office/officeart/2005/8/layout/hierarchy1"/>
    <dgm:cxn modelId="{C26F6B73-B619-4010-8C94-E340DBB5D9F1}" type="presOf" srcId="{D50C5690-5D52-4982-9CB7-20A83386C6EC}" destId="{2A58382D-BD42-4283-8FCB-D63F2A549DF2}" srcOrd="0" destOrd="0" presId="urn:microsoft.com/office/officeart/2005/8/layout/hierarchy1"/>
    <dgm:cxn modelId="{73F7E67D-8F6B-4851-9F80-A3DA60B032B7}" type="presOf" srcId="{FF78F974-27D0-4F03-9ED7-D8E83E3F09F0}" destId="{7CAC47EB-F551-41EB-B552-F438DCB185A1}" srcOrd="0" destOrd="0" presId="urn:microsoft.com/office/officeart/2005/8/layout/hierarchy1"/>
    <dgm:cxn modelId="{D0388087-C0F5-40DB-9269-7AFD1A2A4A4A}" type="presOf" srcId="{B16A3E72-91D7-47D8-9F69-C18A08C0AA91}" destId="{E8B12E03-C153-411E-BB25-8BCEABFE7788}" srcOrd="0" destOrd="0" presId="urn:microsoft.com/office/officeart/2005/8/layout/hierarchy1"/>
    <dgm:cxn modelId="{236684BE-4634-4C98-BA82-FEA535B2F6BA}" type="presOf" srcId="{3B7E38B6-F488-441C-A0DA-795090B25968}" destId="{B8E921A3-1F66-4C52-A53C-4489A515C64D}" srcOrd="0" destOrd="0" presId="urn:microsoft.com/office/officeart/2005/8/layout/hierarchy1"/>
    <dgm:cxn modelId="{726010C7-DF20-4611-9DA2-D13C0E9D9EAF}" srcId="{0712E08A-8F52-4AA8-8411-1B9E67E6FEA9}" destId="{85A635A0-9223-42F0-AC9C-33D48AE9D9D0}" srcOrd="1" destOrd="0" parTransId="{FF78F974-27D0-4F03-9ED7-D8E83E3F09F0}" sibTransId="{A9A85708-8D90-4368-9510-C8FC62C9D785}"/>
    <dgm:cxn modelId="{684651CE-00A8-413F-BE96-2D1368DC4587}" srcId="{B16A3E72-91D7-47D8-9F69-C18A08C0AA91}" destId="{1A299612-DC6F-4E4B-A065-9354B7944E2C}" srcOrd="0" destOrd="0" parTransId="{D50C5690-5D52-4982-9CB7-20A83386C6EC}" sibTransId="{69FE75B4-1D9E-467A-ACA3-9F64C94564E5}"/>
    <dgm:cxn modelId="{3649E6D2-6BC6-4BB1-8AD1-982F2A82379F}" type="presOf" srcId="{EA69C693-F61C-45ED-9E2B-027A14762B21}" destId="{26F75DB7-3823-48F7-9D74-BF1FAC375767}" srcOrd="0" destOrd="0" presId="urn:microsoft.com/office/officeart/2005/8/layout/hierarchy1"/>
    <dgm:cxn modelId="{FD09B8D4-764E-45C2-B239-A99FCA4ACFFE}" srcId="{EA69C693-F61C-45ED-9E2B-027A14762B21}" destId="{C753FDFA-CCA2-45E6-B192-DAD1C9EC51D3}" srcOrd="0" destOrd="0" parTransId="{711FF5E8-D847-4AE1-9DB1-341288EE9CF5}" sibTransId="{81F19189-6274-4307-82F4-8FDEA2291309}"/>
    <dgm:cxn modelId="{F81E23D7-DD22-4099-ABDD-EFE49A2BC622}" srcId="{0712E08A-8F52-4AA8-8411-1B9E67E6FEA9}" destId="{F0681588-06DD-4EAC-8675-629F5AF58ABE}" srcOrd="0" destOrd="0" parTransId="{3B7E38B6-F488-441C-A0DA-795090B25968}" sibTransId="{E8C17DE3-E8C5-4B04-AF64-D47CD6D754CE}"/>
    <dgm:cxn modelId="{281555D7-1639-42EA-97DF-5E33F2A99716}" type="presOf" srcId="{C753FDFA-CCA2-45E6-B192-DAD1C9EC51D3}" destId="{3DEEB2ED-10E8-43C9-8552-6159E39522B3}" srcOrd="0" destOrd="0" presId="urn:microsoft.com/office/officeart/2005/8/layout/hierarchy1"/>
    <dgm:cxn modelId="{031938DA-875E-4F72-A749-02B6BC22A0EB}" srcId="{0712E08A-8F52-4AA8-8411-1B9E67E6FEA9}" destId="{D1C25FD1-D434-4DA5-82EB-3DD5F75F602E}" srcOrd="2" destOrd="0" parTransId="{4A5A2B71-737C-49C5-BD47-E5D723A62FDB}" sibTransId="{B6579ABE-16C4-42E3-9CE0-77B409E3B48D}"/>
    <dgm:cxn modelId="{0D70A4E6-A0A0-41F3-BFBE-2041B67FA5DB}" srcId="{C753FDFA-CCA2-45E6-B192-DAD1C9EC51D3}" destId="{B16A3E72-91D7-47D8-9F69-C18A08C0AA91}" srcOrd="1" destOrd="0" parTransId="{50AD5147-4526-4DB0-837E-A33362766A6C}" sibTransId="{D968FB62-A55A-4AD6-982D-6F87A4D8522E}"/>
    <dgm:cxn modelId="{B3B16AE7-8579-4118-889C-C42A197FBB82}" srcId="{F0681588-06DD-4EAC-8675-629F5AF58ABE}" destId="{10F68A57-A8B1-419A-9077-BF5360B72B07}" srcOrd="0" destOrd="0" parTransId="{6E381652-AE97-48FC-A459-5EF72A893A32}" sibTransId="{79C62C23-5001-4844-AF0D-FEB56402B263}"/>
    <dgm:cxn modelId="{58BF79EE-2FE5-4C6B-8A6D-003F7514C6FA}" type="presOf" srcId="{4A5A2B71-737C-49C5-BD47-E5D723A62FDB}" destId="{5AC79EFE-D0EB-4278-8636-82641A64B1E0}" srcOrd="0" destOrd="0" presId="urn:microsoft.com/office/officeart/2005/8/layout/hierarchy1"/>
    <dgm:cxn modelId="{85F9F3F0-F81C-4A0F-A3BE-B6E1F6B5A198}" type="presOf" srcId="{D1C25FD1-D434-4DA5-82EB-3DD5F75F602E}" destId="{6DFCD27F-47F7-4F1F-9A85-623357F969B5}" srcOrd="0" destOrd="0" presId="urn:microsoft.com/office/officeart/2005/8/layout/hierarchy1"/>
    <dgm:cxn modelId="{69DFB4F1-9197-4DD8-A066-0F5D0D4C2C2C}" type="presOf" srcId="{85A635A0-9223-42F0-AC9C-33D48AE9D9D0}" destId="{D6DED6BA-4C25-4132-ACD4-2E056FBD20FD}" srcOrd="0" destOrd="0" presId="urn:microsoft.com/office/officeart/2005/8/layout/hierarchy1"/>
    <dgm:cxn modelId="{639693F4-B6E6-4ED2-A7DA-484549DEF415}" type="presOf" srcId="{1A299612-DC6F-4E4B-A065-9354B7944E2C}" destId="{3292834E-B6CD-4A6A-8BAB-911918F80F0D}" srcOrd="0" destOrd="0" presId="urn:microsoft.com/office/officeart/2005/8/layout/hierarchy1"/>
    <dgm:cxn modelId="{5F0895FF-323E-494E-8787-63C6C66B1809}" type="presOf" srcId="{F0681588-06DD-4EAC-8675-629F5AF58ABE}" destId="{7A401262-AB6F-48A7-839A-1A5486D32024}" srcOrd="0" destOrd="0" presId="urn:microsoft.com/office/officeart/2005/8/layout/hierarchy1"/>
    <dgm:cxn modelId="{C674AAA3-EC53-4BDE-8ADE-81E2460439E3}" type="presParOf" srcId="{26F75DB7-3823-48F7-9D74-BF1FAC375767}" destId="{752994DD-2AE0-4FA4-998E-72BA68110621}" srcOrd="0" destOrd="0" presId="urn:microsoft.com/office/officeart/2005/8/layout/hierarchy1"/>
    <dgm:cxn modelId="{87F6A41B-A269-4DF9-9C65-AEFD2E5B3939}" type="presParOf" srcId="{752994DD-2AE0-4FA4-998E-72BA68110621}" destId="{89A097F4-3FAB-46AC-8E6C-40EF3C3C17EB}" srcOrd="0" destOrd="0" presId="urn:microsoft.com/office/officeart/2005/8/layout/hierarchy1"/>
    <dgm:cxn modelId="{7E94EBDA-0FFF-4BF0-8654-DD532F896539}" type="presParOf" srcId="{89A097F4-3FAB-46AC-8E6C-40EF3C3C17EB}" destId="{E3D5865D-6602-4A5E-958B-898A4354B4F9}" srcOrd="0" destOrd="0" presId="urn:microsoft.com/office/officeart/2005/8/layout/hierarchy1"/>
    <dgm:cxn modelId="{98AB66D6-47B8-43E7-B7CB-68D134454F40}" type="presParOf" srcId="{89A097F4-3FAB-46AC-8E6C-40EF3C3C17EB}" destId="{3DEEB2ED-10E8-43C9-8552-6159E39522B3}" srcOrd="1" destOrd="0" presId="urn:microsoft.com/office/officeart/2005/8/layout/hierarchy1"/>
    <dgm:cxn modelId="{789E17C5-DCE0-4552-9C16-C5B743249075}" type="presParOf" srcId="{752994DD-2AE0-4FA4-998E-72BA68110621}" destId="{14D46BEE-9B6A-4301-853E-6967FCBEBA82}" srcOrd="1" destOrd="0" presId="urn:microsoft.com/office/officeart/2005/8/layout/hierarchy1"/>
    <dgm:cxn modelId="{1E304D6E-A2A6-4A25-99AA-D0F17CD31C1D}" type="presParOf" srcId="{14D46BEE-9B6A-4301-853E-6967FCBEBA82}" destId="{86478869-84DF-44EB-A6D7-1FAD95E3DA19}" srcOrd="0" destOrd="0" presId="urn:microsoft.com/office/officeart/2005/8/layout/hierarchy1"/>
    <dgm:cxn modelId="{24CC2772-24B8-4AEA-9B00-6F4DB2991867}" type="presParOf" srcId="{14D46BEE-9B6A-4301-853E-6967FCBEBA82}" destId="{9F43F322-009F-4B4C-9E39-D8C64E81A53D}" srcOrd="1" destOrd="0" presId="urn:microsoft.com/office/officeart/2005/8/layout/hierarchy1"/>
    <dgm:cxn modelId="{8E55FF34-DB2B-4D20-9918-774F2AE9C259}" type="presParOf" srcId="{9F43F322-009F-4B4C-9E39-D8C64E81A53D}" destId="{324961AE-F03A-4C91-B94D-87F8A60F0B21}" srcOrd="0" destOrd="0" presId="urn:microsoft.com/office/officeart/2005/8/layout/hierarchy1"/>
    <dgm:cxn modelId="{F5614DCF-979D-43AD-B01D-B75418FC2589}" type="presParOf" srcId="{324961AE-F03A-4C91-B94D-87F8A60F0B21}" destId="{BE71CD89-BAF7-4ABF-AD2D-0EA5AC58C284}" srcOrd="0" destOrd="0" presId="urn:microsoft.com/office/officeart/2005/8/layout/hierarchy1"/>
    <dgm:cxn modelId="{13C54E55-B9F4-47B8-A1D2-2B50D7DA700B}" type="presParOf" srcId="{324961AE-F03A-4C91-B94D-87F8A60F0B21}" destId="{05087972-7F42-4292-A434-8B193DE31711}" srcOrd="1" destOrd="0" presId="urn:microsoft.com/office/officeart/2005/8/layout/hierarchy1"/>
    <dgm:cxn modelId="{16374A3B-591C-4F37-B59C-0BD996B8165F}" type="presParOf" srcId="{9F43F322-009F-4B4C-9E39-D8C64E81A53D}" destId="{71B9DE0E-320C-43C5-908A-1B8547EEC720}" srcOrd="1" destOrd="0" presId="urn:microsoft.com/office/officeart/2005/8/layout/hierarchy1"/>
    <dgm:cxn modelId="{373D8BAC-EA6F-47D9-B678-6FE66ADB1731}" type="presParOf" srcId="{71B9DE0E-320C-43C5-908A-1B8547EEC720}" destId="{B8E921A3-1F66-4C52-A53C-4489A515C64D}" srcOrd="0" destOrd="0" presId="urn:microsoft.com/office/officeart/2005/8/layout/hierarchy1"/>
    <dgm:cxn modelId="{547BC56C-6CE1-4FE6-9B89-D570472C4ED1}" type="presParOf" srcId="{71B9DE0E-320C-43C5-908A-1B8547EEC720}" destId="{9ED976CC-9659-4085-B4F7-CC6EAE8163F4}" srcOrd="1" destOrd="0" presId="urn:microsoft.com/office/officeart/2005/8/layout/hierarchy1"/>
    <dgm:cxn modelId="{4DD13908-D58F-4DB9-93C0-126F7ADFA2C0}" type="presParOf" srcId="{9ED976CC-9659-4085-B4F7-CC6EAE8163F4}" destId="{150B6F36-8CB9-4F69-BEDD-8039AEF35530}" srcOrd="0" destOrd="0" presId="urn:microsoft.com/office/officeart/2005/8/layout/hierarchy1"/>
    <dgm:cxn modelId="{89314253-B68E-4368-AFC6-AB10D90C6C7D}" type="presParOf" srcId="{150B6F36-8CB9-4F69-BEDD-8039AEF35530}" destId="{9EC41E2B-7B8D-4E6B-B888-967177731FDE}" srcOrd="0" destOrd="0" presId="urn:microsoft.com/office/officeart/2005/8/layout/hierarchy1"/>
    <dgm:cxn modelId="{7D831484-EAE1-4574-9331-9D6F115F067A}" type="presParOf" srcId="{150B6F36-8CB9-4F69-BEDD-8039AEF35530}" destId="{7A401262-AB6F-48A7-839A-1A5486D32024}" srcOrd="1" destOrd="0" presId="urn:microsoft.com/office/officeart/2005/8/layout/hierarchy1"/>
    <dgm:cxn modelId="{33F07D3B-7E05-4A7D-8153-60130AC92CAA}" type="presParOf" srcId="{9ED976CC-9659-4085-B4F7-CC6EAE8163F4}" destId="{AA8D6591-8A57-4631-8976-AB38BD562255}" srcOrd="1" destOrd="0" presId="urn:microsoft.com/office/officeart/2005/8/layout/hierarchy1"/>
    <dgm:cxn modelId="{A3538A75-2BD7-48ED-B33D-D9A2C8EDA74B}" type="presParOf" srcId="{AA8D6591-8A57-4631-8976-AB38BD562255}" destId="{C668B256-7F22-4A2E-ABC0-18B0D308DCB8}" srcOrd="0" destOrd="0" presId="urn:microsoft.com/office/officeart/2005/8/layout/hierarchy1"/>
    <dgm:cxn modelId="{38F4680B-A39B-448B-BFA7-9D220CBDC541}" type="presParOf" srcId="{AA8D6591-8A57-4631-8976-AB38BD562255}" destId="{9F9A031F-D0DB-4F34-B827-295D0F314B78}" srcOrd="1" destOrd="0" presId="urn:microsoft.com/office/officeart/2005/8/layout/hierarchy1"/>
    <dgm:cxn modelId="{9EE0606E-2DBA-4153-801B-FB4FED378774}" type="presParOf" srcId="{9F9A031F-D0DB-4F34-B827-295D0F314B78}" destId="{5FF9886A-B869-4D65-9C80-6F04EE698CC8}" srcOrd="0" destOrd="0" presId="urn:microsoft.com/office/officeart/2005/8/layout/hierarchy1"/>
    <dgm:cxn modelId="{55070DB0-E2F9-4E06-80E6-3574005372DF}" type="presParOf" srcId="{5FF9886A-B869-4D65-9C80-6F04EE698CC8}" destId="{1AB372C1-8712-48D7-933C-365320DC0250}" srcOrd="0" destOrd="0" presId="urn:microsoft.com/office/officeart/2005/8/layout/hierarchy1"/>
    <dgm:cxn modelId="{37D6DC22-173D-40E6-8684-BA7FA6C6729D}" type="presParOf" srcId="{5FF9886A-B869-4D65-9C80-6F04EE698CC8}" destId="{127D3A94-0B00-4D39-A42A-47DE7BC623FF}" srcOrd="1" destOrd="0" presId="urn:microsoft.com/office/officeart/2005/8/layout/hierarchy1"/>
    <dgm:cxn modelId="{C1085DA6-2509-4A8C-ACAD-006127138A54}" type="presParOf" srcId="{9F9A031F-D0DB-4F34-B827-295D0F314B78}" destId="{FB6051EB-7274-4394-804A-7FE3D4876E40}" srcOrd="1" destOrd="0" presId="urn:microsoft.com/office/officeart/2005/8/layout/hierarchy1"/>
    <dgm:cxn modelId="{0F526EC7-7113-45DE-9479-C84B85CB77A8}" type="presParOf" srcId="{71B9DE0E-320C-43C5-908A-1B8547EEC720}" destId="{7CAC47EB-F551-41EB-B552-F438DCB185A1}" srcOrd="2" destOrd="0" presId="urn:microsoft.com/office/officeart/2005/8/layout/hierarchy1"/>
    <dgm:cxn modelId="{53FC134D-D5B0-457C-A4FF-F57FD27B88A6}" type="presParOf" srcId="{71B9DE0E-320C-43C5-908A-1B8547EEC720}" destId="{676580D5-D34E-4C46-98AC-AF27AE153BFC}" srcOrd="3" destOrd="0" presId="urn:microsoft.com/office/officeart/2005/8/layout/hierarchy1"/>
    <dgm:cxn modelId="{F30411B8-972D-46BC-9C13-8CE9F7E052F4}" type="presParOf" srcId="{676580D5-D34E-4C46-98AC-AF27AE153BFC}" destId="{88C8A563-9542-4304-91EA-15B909A35A1D}" srcOrd="0" destOrd="0" presId="urn:microsoft.com/office/officeart/2005/8/layout/hierarchy1"/>
    <dgm:cxn modelId="{67426B31-6181-409B-A3BC-782536FF2A52}" type="presParOf" srcId="{88C8A563-9542-4304-91EA-15B909A35A1D}" destId="{DA56EE8F-9489-4F2B-89F2-95A83E3A6C4F}" srcOrd="0" destOrd="0" presId="urn:microsoft.com/office/officeart/2005/8/layout/hierarchy1"/>
    <dgm:cxn modelId="{F7480376-6F4C-4394-B832-BED47AB28D56}" type="presParOf" srcId="{88C8A563-9542-4304-91EA-15B909A35A1D}" destId="{D6DED6BA-4C25-4132-ACD4-2E056FBD20FD}" srcOrd="1" destOrd="0" presId="urn:microsoft.com/office/officeart/2005/8/layout/hierarchy1"/>
    <dgm:cxn modelId="{D02F3863-7AB5-42BF-A91D-BC957E5F0C3A}" type="presParOf" srcId="{676580D5-D34E-4C46-98AC-AF27AE153BFC}" destId="{1509BC08-FBA8-417E-83BD-E4A31060EA8E}" srcOrd="1" destOrd="0" presId="urn:microsoft.com/office/officeart/2005/8/layout/hierarchy1"/>
    <dgm:cxn modelId="{6B580CE2-D4F9-434F-9FBE-0E0DA4627AD4}" type="presParOf" srcId="{71B9DE0E-320C-43C5-908A-1B8547EEC720}" destId="{5AC79EFE-D0EB-4278-8636-82641A64B1E0}" srcOrd="4" destOrd="0" presId="urn:microsoft.com/office/officeart/2005/8/layout/hierarchy1"/>
    <dgm:cxn modelId="{2A240767-C661-45F3-8D07-18EA0551D46A}" type="presParOf" srcId="{71B9DE0E-320C-43C5-908A-1B8547EEC720}" destId="{00B169B2-8504-4F62-BC28-4D32C5D2B33D}" srcOrd="5" destOrd="0" presId="urn:microsoft.com/office/officeart/2005/8/layout/hierarchy1"/>
    <dgm:cxn modelId="{795D1729-0373-4731-BE12-426ED3A43E64}" type="presParOf" srcId="{00B169B2-8504-4F62-BC28-4D32C5D2B33D}" destId="{54DD89FB-9433-4076-9A93-1BED301EDA97}" srcOrd="0" destOrd="0" presId="urn:microsoft.com/office/officeart/2005/8/layout/hierarchy1"/>
    <dgm:cxn modelId="{2C0087C7-90A9-41E9-8386-CDDDCCC5736A}" type="presParOf" srcId="{54DD89FB-9433-4076-9A93-1BED301EDA97}" destId="{1EA7DF43-98BC-409B-A17F-59CDB6C21D62}" srcOrd="0" destOrd="0" presId="urn:microsoft.com/office/officeart/2005/8/layout/hierarchy1"/>
    <dgm:cxn modelId="{02090C88-14E1-4F75-BEC6-65485A61D92F}" type="presParOf" srcId="{54DD89FB-9433-4076-9A93-1BED301EDA97}" destId="{6DFCD27F-47F7-4F1F-9A85-623357F969B5}" srcOrd="1" destOrd="0" presId="urn:microsoft.com/office/officeart/2005/8/layout/hierarchy1"/>
    <dgm:cxn modelId="{A803F68B-F4D0-4C01-8F45-32F7E2A47A7F}" type="presParOf" srcId="{00B169B2-8504-4F62-BC28-4D32C5D2B33D}" destId="{4FD24188-39B4-4836-9F8B-D850B9C4CB1D}" srcOrd="1" destOrd="0" presId="urn:microsoft.com/office/officeart/2005/8/layout/hierarchy1"/>
    <dgm:cxn modelId="{8125ADED-ED21-4501-8837-72DDFDB89D71}" type="presParOf" srcId="{14D46BEE-9B6A-4301-853E-6967FCBEBA82}" destId="{CCB461A5-4E30-4D9F-9A6E-7D0AAF18F050}" srcOrd="2" destOrd="0" presId="urn:microsoft.com/office/officeart/2005/8/layout/hierarchy1"/>
    <dgm:cxn modelId="{E84844C0-00D5-4DED-824F-4E0EDBA48C6B}" type="presParOf" srcId="{14D46BEE-9B6A-4301-853E-6967FCBEBA82}" destId="{895DA7C1-0D87-4EA6-A420-48C4981033E7}" srcOrd="3" destOrd="0" presId="urn:microsoft.com/office/officeart/2005/8/layout/hierarchy1"/>
    <dgm:cxn modelId="{804A18F2-100A-41B6-87AA-7C959085E02F}" type="presParOf" srcId="{895DA7C1-0D87-4EA6-A420-48C4981033E7}" destId="{0C6A2269-9ABD-44B1-8BE9-B96C0692632C}" srcOrd="0" destOrd="0" presId="urn:microsoft.com/office/officeart/2005/8/layout/hierarchy1"/>
    <dgm:cxn modelId="{A96F703F-1966-4F7B-93E6-38F48C107B9E}" type="presParOf" srcId="{0C6A2269-9ABD-44B1-8BE9-B96C0692632C}" destId="{3D9CB4D4-530B-4BCF-9751-72CF5012387B}" srcOrd="0" destOrd="0" presId="urn:microsoft.com/office/officeart/2005/8/layout/hierarchy1"/>
    <dgm:cxn modelId="{ADCB479C-B06F-4108-AA4B-E2DC1C7F6953}" type="presParOf" srcId="{0C6A2269-9ABD-44B1-8BE9-B96C0692632C}" destId="{E8B12E03-C153-411E-BB25-8BCEABFE7788}" srcOrd="1" destOrd="0" presId="urn:microsoft.com/office/officeart/2005/8/layout/hierarchy1"/>
    <dgm:cxn modelId="{852BA289-7EE3-43D9-995D-E9A0D4E0939F}" type="presParOf" srcId="{895DA7C1-0D87-4EA6-A420-48C4981033E7}" destId="{BA9E33D1-6CF8-48BD-9AB5-CEF93768FE2A}" srcOrd="1" destOrd="0" presId="urn:microsoft.com/office/officeart/2005/8/layout/hierarchy1"/>
    <dgm:cxn modelId="{5AD89C7C-AEB9-4697-878E-6C1416B07630}" type="presParOf" srcId="{BA9E33D1-6CF8-48BD-9AB5-CEF93768FE2A}" destId="{2A58382D-BD42-4283-8FCB-D63F2A549DF2}" srcOrd="0" destOrd="0" presId="urn:microsoft.com/office/officeart/2005/8/layout/hierarchy1"/>
    <dgm:cxn modelId="{3585102D-6FC7-4994-B5C0-6FE6AA14391C}" type="presParOf" srcId="{BA9E33D1-6CF8-48BD-9AB5-CEF93768FE2A}" destId="{E986A241-E0CB-44F8-A7F4-DA578527BC46}" srcOrd="1" destOrd="0" presId="urn:microsoft.com/office/officeart/2005/8/layout/hierarchy1"/>
    <dgm:cxn modelId="{09A50420-02D0-4623-A774-F67477D276DF}" type="presParOf" srcId="{E986A241-E0CB-44F8-A7F4-DA578527BC46}" destId="{56C470CA-6A0E-4C4A-A348-CC315B90F729}" srcOrd="0" destOrd="0" presId="urn:microsoft.com/office/officeart/2005/8/layout/hierarchy1"/>
    <dgm:cxn modelId="{82C5054E-FA1E-43FE-AE5C-827E3A46C90C}" type="presParOf" srcId="{56C470CA-6A0E-4C4A-A348-CC315B90F729}" destId="{2EF46B48-C53C-48AD-9E87-9F29D3F9364C}" srcOrd="0" destOrd="0" presId="urn:microsoft.com/office/officeart/2005/8/layout/hierarchy1"/>
    <dgm:cxn modelId="{98C00050-59B6-4A76-A7BB-731132E11483}" type="presParOf" srcId="{56C470CA-6A0E-4C4A-A348-CC315B90F729}" destId="{3292834E-B6CD-4A6A-8BAB-911918F80F0D}" srcOrd="1" destOrd="0" presId="urn:microsoft.com/office/officeart/2005/8/layout/hierarchy1"/>
    <dgm:cxn modelId="{065CC8C4-53D7-4D7B-B3A6-953F23650F4C}" type="presParOf" srcId="{E986A241-E0CB-44F8-A7F4-DA578527BC46}" destId="{ED78FB16-AB33-4633-953C-FF87A88CA5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DBCEE-90C2-41F3-849B-81BC8B481568}">
      <dsp:nvSpPr>
        <dsp:cNvPr id="0" name=""/>
        <dsp:cNvSpPr/>
      </dsp:nvSpPr>
      <dsp:spPr>
        <a:xfrm>
          <a:off x="9819897" y="4039253"/>
          <a:ext cx="1564401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1564401" y="169121"/>
              </a:lnTo>
              <a:lnTo>
                <a:pt x="1564401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E70B3-89D2-4B73-BC0F-2B6A1E8FF661}">
      <dsp:nvSpPr>
        <dsp:cNvPr id="0" name=""/>
        <dsp:cNvSpPr/>
      </dsp:nvSpPr>
      <dsp:spPr>
        <a:xfrm>
          <a:off x="9819897" y="4039253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521467" y="169121"/>
              </a:lnTo>
              <a:lnTo>
                <a:pt x="521467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12765B-75A8-4656-8F6D-87E7420F548E}">
      <dsp:nvSpPr>
        <dsp:cNvPr id="0" name=""/>
        <dsp:cNvSpPr/>
      </dsp:nvSpPr>
      <dsp:spPr>
        <a:xfrm>
          <a:off x="9298429" y="4039253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521467" y="0"/>
              </a:moveTo>
              <a:lnTo>
                <a:pt x="521467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6F6016-5400-4C31-BD10-F5F266E46119}">
      <dsp:nvSpPr>
        <dsp:cNvPr id="0" name=""/>
        <dsp:cNvSpPr/>
      </dsp:nvSpPr>
      <dsp:spPr>
        <a:xfrm>
          <a:off x="8255495" y="4039253"/>
          <a:ext cx="1564401" cy="248170"/>
        </a:xfrm>
        <a:custGeom>
          <a:avLst/>
          <a:gdLst/>
          <a:ahLst/>
          <a:cxnLst/>
          <a:rect l="0" t="0" r="0" b="0"/>
          <a:pathLst>
            <a:path>
              <a:moveTo>
                <a:pt x="1564401" y="0"/>
              </a:moveTo>
              <a:lnTo>
                <a:pt x="1564401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7D44D-B319-4C9A-9EAE-F34543DB268F}">
      <dsp:nvSpPr>
        <dsp:cNvPr id="0" name=""/>
        <dsp:cNvSpPr/>
      </dsp:nvSpPr>
      <dsp:spPr>
        <a:xfrm>
          <a:off x="9774177" y="3249230"/>
          <a:ext cx="91440" cy="2481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31CE5-90BE-40AE-9DB7-A33B77EF0E31}">
      <dsp:nvSpPr>
        <dsp:cNvPr id="0" name=""/>
        <dsp:cNvSpPr/>
      </dsp:nvSpPr>
      <dsp:spPr>
        <a:xfrm>
          <a:off x="5648160" y="2459208"/>
          <a:ext cx="4171736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4171736" y="169121"/>
              </a:lnTo>
              <a:lnTo>
                <a:pt x="4171736" y="248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2D76C-BA77-4A0D-BC74-8D9131DB8493}">
      <dsp:nvSpPr>
        <dsp:cNvPr id="0" name=""/>
        <dsp:cNvSpPr/>
      </dsp:nvSpPr>
      <dsp:spPr>
        <a:xfrm>
          <a:off x="8255495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521467" y="169121"/>
              </a:lnTo>
              <a:lnTo>
                <a:pt x="521467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8F7B9-C5A4-48BB-8182-D47BE0458992}">
      <dsp:nvSpPr>
        <dsp:cNvPr id="0" name=""/>
        <dsp:cNvSpPr/>
      </dsp:nvSpPr>
      <dsp:spPr>
        <a:xfrm>
          <a:off x="7734028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521467" y="0"/>
              </a:moveTo>
              <a:lnTo>
                <a:pt x="521467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4CA75-E78B-4D39-9379-72D1AC7984C6}">
      <dsp:nvSpPr>
        <dsp:cNvPr id="0" name=""/>
        <dsp:cNvSpPr/>
      </dsp:nvSpPr>
      <dsp:spPr>
        <a:xfrm>
          <a:off x="5648160" y="2459208"/>
          <a:ext cx="2607335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2607335" y="169121"/>
              </a:lnTo>
              <a:lnTo>
                <a:pt x="2607335" y="248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51641-B414-4038-9A08-43C5631536F5}">
      <dsp:nvSpPr>
        <dsp:cNvPr id="0" name=""/>
        <dsp:cNvSpPr/>
      </dsp:nvSpPr>
      <dsp:spPr>
        <a:xfrm>
          <a:off x="6169627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521467" y="169121"/>
              </a:lnTo>
              <a:lnTo>
                <a:pt x="521467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001306-06AA-40BA-804B-4532CA2DCAEC}">
      <dsp:nvSpPr>
        <dsp:cNvPr id="0" name=""/>
        <dsp:cNvSpPr/>
      </dsp:nvSpPr>
      <dsp:spPr>
        <a:xfrm>
          <a:off x="5648160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521467" y="0"/>
              </a:moveTo>
              <a:lnTo>
                <a:pt x="521467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009A2-5F8D-4F42-8B76-57E8679BE2B2}">
      <dsp:nvSpPr>
        <dsp:cNvPr id="0" name=""/>
        <dsp:cNvSpPr/>
      </dsp:nvSpPr>
      <dsp:spPr>
        <a:xfrm>
          <a:off x="5648160" y="2459208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521467" y="169121"/>
              </a:lnTo>
              <a:lnTo>
                <a:pt x="521467" y="248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F5B057-71B9-421E-8DF6-9F2567DB0E0B}">
      <dsp:nvSpPr>
        <dsp:cNvPr id="0" name=""/>
        <dsp:cNvSpPr/>
      </dsp:nvSpPr>
      <dsp:spPr>
        <a:xfrm>
          <a:off x="4083759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521467" y="169121"/>
              </a:lnTo>
              <a:lnTo>
                <a:pt x="521467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5FFE69-1EF2-4D5E-9021-ED7A9CE4725E}">
      <dsp:nvSpPr>
        <dsp:cNvPr id="0" name=""/>
        <dsp:cNvSpPr/>
      </dsp:nvSpPr>
      <dsp:spPr>
        <a:xfrm>
          <a:off x="3562292" y="3249230"/>
          <a:ext cx="521467" cy="248170"/>
        </a:xfrm>
        <a:custGeom>
          <a:avLst/>
          <a:gdLst/>
          <a:ahLst/>
          <a:cxnLst/>
          <a:rect l="0" t="0" r="0" b="0"/>
          <a:pathLst>
            <a:path>
              <a:moveTo>
                <a:pt x="521467" y="0"/>
              </a:moveTo>
              <a:lnTo>
                <a:pt x="521467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156BB6-75F7-4C12-AFF6-ED325E8592FF}">
      <dsp:nvSpPr>
        <dsp:cNvPr id="0" name=""/>
        <dsp:cNvSpPr/>
      </dsp:nvSpPr>
      <dsp:spPr>
        <a:xfrm>
          <a:off x="4083759" y="2459208"/>
          <a:ext cx="1564401" cy="248170"/>
        </a:xfrm>
        <a:custGeom>
          <a:avLst/>
          <a:gdLst/>
          <a:ahLst/>
          <a:cxnLst/>
          <a:rect l="0" t="0" r="0" b="0"/>
          <a:pathLst>
            <a:path>
              <a:moveTo>
                <a:pt x="1564401" y="0"/>
              </a:moveTo>
              <a:lnTo>
                <a:pt x="1564401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703C2-20DC-4AFF-81CB-8C0BEA710B9C}">
      <dsp:nvSpPr>
        <dsp:cNvPr id="0" name=""/>
        <dsp:cNvSpPr/>
      </dsp:nvSpPr>
      <dsp:spPr>
        <a:xfrm>
          <a:off x="1476423" y="3249230"/>
          <a:ext cx="1042934" cy="2481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21"/>
              </a:lnTo>
              <a:lnTo>
                <a:pt x="1042934" y="169121"/>
              </a:lnTo>
              <a:lnTo>
                <a:pt x="1042934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4C544-2232-4A1E-B401-DC1FB5EC711E}">
      <dsp:nvSpPr>
        <dsp:cNvPr id="0" name=""/>
        <dsp:cNvSpPr/>
      </dsp:nvSpPr>
      <dsp:spPr>
        <a:xfrm>
          <a:off x="1430703" y="3249230"/>
          <a:ext cx="91440" cy="2481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9286C-239C-4ACA-A755-51BB9F376A37}">
      <dsp:nvSpPr>
        <dsp:cNvPr id="0" name=""/>
        <dsp:cNvSpPr/>
      </dsp:nvSpPr>
      <dsp:spPr>
        <a:xfrm>
          <a:off x="387769" y="4039253"/>
          <a:ext cx="91440" cy="2481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2C8DB7-8D43-487A-97CD-4450E81B0DD5}">
      <dsp:nvSpPr>
        <dsp:cNvPr id="0" name=""/>
        <dsp:cNvSpPr/>
      </dsp:nvSpPr>
      <dsp:spPr>
        <a:xfrm>
          <a:off x="433489" y="3249230"/>
          <a:ext cx="1042934" cy="248170"/>
        </a:xfrm>
        <a:custGeom>
          <a:avLst/>
          <a:gdLst/>
          <a:ahLst/>
          <a:cxnLst/>
          <a:rect l="0" t="0" r="0" b="0"/>
          <a:pathLst>
            <a:path>
              <a:moveTo>
                <a:pt x="1042934" y="0"/>
              </a:moveTo>
              <a:lnTo>
                <a:pt x="1042934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21A4E-DAC4-48F0-BA51-17A662564308}">
      <dsp:nvSpPr>
        <dsp:cNvPr id="0" name=""/>
        <dsp:cNvSpPr/>
      </dsp:nvSpPr>
      <dsp:spPr>
        <a:xfrm>
          <a:off x="1476423" y="2459208"/>
          <a:ext cx="4171736" cy="248170"/>
        </a:xfrm>
        <a:custGeom>
          <a:avLst/>
          <a:gdLst/>
          <a:ahLst/>
          <a:cxnLst/>
          <a:rect l="0" t="0" r="0" b="0"/>
          <a:pathLst>
            <a:path>
              <a:moveTo>
                <a:pt x="4171736" y="0"/>
              </a:moveTo>
              <a:lnTo>
                <a:pt x="4171736" y="169121"/>
              </a:lnTo>
              <a:lnTo>
                <a:pt x="0" y="169121"/>
              </a:lnTo>
              <a:lnTo>
                <a:pt x="0" y="248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865D-6602-4A5E-958B-898A4354B4F9}">
      <dsp:nvSpPr>
        <dsp:cNvPr id="0" name=""/>
        <dsp:cNvSpPr/>
      </dsp:nvSpPr>
      <dsp:spPr>
        <a:xfrm>
          <a:off x="5221505" y="1917356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EB2ED-10E8-43C9-8552-6159E39522B3}">
      <dsp:nvSpPr>
        <dsp:cNvPr id="0" name=""/>
        <dsp:cNvSpPr/>
      </dsp:nvSpPr>
      <dsp:spPr>
        <a:xfrm>
          <a:off x="5316317" y="2007427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Admin Login</a:t>
          </a:r>
          <a:endParaRPr lang="en-IN" sz="1000" kern="1200" dirty="0"/>
        </a:p>
      </dsp:txBody>
      <dsp:txXfrm>
        <a:off x="5332187" y="2023297"/>
        <a:ext cx="821569" cy="510111"/>
      </dsp:txXfrm>
    </dsp:sp>
    <dsp:sp modelId="{664D6350-3661-46C2-947E-20D2D078EAB8}">
      <dsp:nvSpPr>
        <dsp:cNvPr id="0" name=""/>
        <dsp:cNvSpPr/>
      </dsp:nvSpPr>
      <dsp:spPr>
        <a:xfrm>
          <a:off x="1049768" y="2707379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9EBC8-7A2B-49ED-A784-376785F0182B}">
      <dsp:nvSpPr>
        <dsp:cNvPr id="0" name=""/>
        <dsp:cNvSpPr/>
      </dsp:nvSpPr>
      <dsp:spPr>
        <a:xfrm>
          <a:off x="1144580" y="2797450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Profile</a:t>
          </a:r>
          <a:endParaRPr lang="en-IN" sz="1000" kern="1200" dirty="0"/>
        </a:p>
      </dsp:txBody>
      <dsp:txXfrm>
        <a:off x="1160450" y="2813320"/>
        <a:ext cx="821569" cy="510111"/>
      </dsp:txXfrm>
    </dsp:sp>
    <dsp:sp modelId="{535E54B2-1E31-4169-984B-80D1FE94EEE3}">
      <dsp:nvSpPr>
        <dsp:cNvPr id="0" name=""/>
        <dsp:cNvSpPr/>
      </dsp:nvSpPr>
      <dsp:spPr>
        <a:xfrm>
          <a:off x="6834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13C58-D4DF-47CF-83C1-7182D10E9C09}">
      <dsp:nvSpPr>
        <dsp:cNvPr id="0" name=""/>
        <dsp:cNvSpPr/>
      </dsp:nvSpPr>
      <dsp:spPr>
        <a:xfrm>
          <a:off x="101646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Notification</a:t>
          </a:r>
          <a:endParaRPr lang="en-IN" sz="1000" kern="1200" dirty="0"/>
        </a:p>
      </dsp:txBody>
      <dsp:txXfrm>
        <a:off x="117516" y="3603343"/>
        <a:ext cx="821569" cy="510111"/>
      </dsp:txXfrm>
    </dsp:sp>
    <dsp:sp modelId="{1930FD4D-1DFE-404E-ADBD-6DC8CB67EBD7}">
      <dsp:nvSpPr>
        <dsp:cNvPr id="0" name=""/>
        <dsp:cNvSpPr/>
      </dsp:nvSpPr>
      <dsp:spPr>
        <a:xfrm>
          <a:off x="6834" y="4287424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14BB5-3C07-4A79-A2E2-4E121403092A}">
      <dsp:nvSpPr>
        <dsp:cNvPr id="0" name=""/>
        <dsp:cNvSpPr/>
      </dsp:nvSpPr>
      <dsp:spPr>
        <a:xfrm>
          <a:off x="101646" y="4377495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Delete Records</a:t>
          </a:r>
          <a:endParaRPr lang="en-IN" sz="1000" kern="1200" dirty="0"/>
        </a:p>
      </dsp:txBody>
      <dsp:txXfrm>
        <a:off x="117516" y="4393365"/>
        <a:ext cx="821569" cy="510111"/>
      </dsp:txXfrm>
    </dsp:sp>
    <dsp:sp modelId="{09EF86B5-0106-45D8-A37A-8272432675B2}">
      <dsp:nvSpPr>
        <dsp:cNvPr id="0" name=""/>
        <dsp:cNvSpPr/>
      </dsp:nvSpPr>
      <dsp:spPr>
        <a:xfrm>
          <a:off x="1049768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89112-8725-40DB-AC33-4AF82B67FB52}">
      <dsp:nvSpPr>
        <dsp:cNvPr id="0" name=""/>
        <dsp:cNvSpPr/>
      </dsp:nvSpPr>
      <dsp:spPr>
        <a:xfrm>
          <a:off x="1144580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Edit</a:t>
          </a:r>
          <a:endParaRPr lang="en-IN" sz="1000" kern="1200" dirty="0"/>
        </a:p>
      </dsp:txBody>
      <dsp:txXfrm>
        <a:off x="1160450" y="3603343"/>
        <a:ext cx="821569" cy="510111"/>
      </dsp:txXfrm>
    </dsp:sp>
    <dsp:sp modelId="{67E36076-56CD-4617-8C33-8129A70709BF}">
      <dsp:nvSpPr>
        <dsp:cNvPr id="0" name=""/>
        <dsp:cNvSpPr/>
      </dsp:nvSpPr>
      <dsp:spPr>
        <a:xfrm>
          <a:off x="2092702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15072-94B4-46F1-A68E-C484A9D5AC89}">
      <dsp:nvSpPr>
        <dsp:cNvPr id="0" name=""/>
        <dsp:cNvSpPr/>
      </dsp:nvSpPr>
      <dsp:spPr>
        <a:xfrm>
          <a:off x="2187515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Logout</a:t>
          </a:r>
          <a:endParaRPr lang="en-IN" sz="1000" kern="1200" dirty="0"/>
        </a:p>
      </dsp:txBody>
      <dsp:txXfrm>
        <a:off x="2203385" y="3603343"/>
        <a:ext cx="821569" cy="510111"/>
      </dsp:txXfrm>
    </dsp:sp>
    <dsp:sp modelId="{DCC940D5-7463-4D2D-88F6-B2BFB5910BFE}">
      <dsp:nvSpPr>
        <dsp:cNvPr id="0" name=""/>
        <dsp:cNvSpPr/>
      </dsp:nvSpPr>
      <dsp:spPr>
        <a:xfrm>
          <a:off x="3657104" y="2707379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D62BF-3B8E-4A53-9F4B-4981983FA461}">
      <dsp:nvSpPr>
        <dsp:cNvPr id="0" name=""/>
        <dsp:cNvSpPr/>
      </dsp:nvSpPr>
      <dsp:spPr>
        <a:xfrm>
          <a:off x="3751916" y="2797450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Subject management</a:t>
          </a:r>
          <a:endParaRPr lang="en-IN" sz="1000" kern="1200" dirty="0"/>
        </a:p>
      </dsp:txBody>
      <dsp:txXfrm>
        <a:off x="3767786" y="2813320"/>
        <a:ext cx="821569" cy="510111"/>
      </dsp:txXfrm>
    </dsp:sp>
    <dsp:sp modelId="{83551F86-6BEC-4056-8967-1E6350211608}">
      <dsp:nvSpPr>
        <dsp:cNvPr id="0" name=""/>
        <dsp:cNvSpPr/>
      </dsp:nvSpPr>
      <dsp:spPr>
        <a:xfrm>
          <a:off x="3135637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04575-D564-4FE1-85EB-2FC2C23D9832}">
      <dsp:nvSpPr>
        <dsp:cNvPr id="0" name=""/>
        <dsp:cNvSpPr/>
      </dsp:nvSpPr>
      <dsp:spPr>
        <a:xfrm>
          <a:off x="3230449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Add Subject</a:t>
          </a:r>
          <a:endParaRPr lang="en-IN" sz="1000" kern="1200" dirty="0"/>
        </a:p>
      </dsp:txBody>
      <dsp:txXfrm>
        <a:off x="3246319" y="3603343"/>
        <a:ext cx="821569" cy="510111"/>
      </dsp:txXfrm>
    </dsp:sp>
    <dsp:sp modelId="{35DADB0D-1450-43C4-90C0-D9AAE014D66E}">
      <dsp:nvSpPr>
        <dsp:cNvPr id="0" name=""/>
        <dsp:cNvSpPr/>
      </dsp:nvSpPr>
      <dsp:spPr>
        <a:xfrm>
          <a:off x="4178571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BDCC0-EA6F-49E5-825A-D97476BF2471}">
      <dsp:nvSpPr>
        <dsp:cNvPr id="0" name=""/>
        <dsp:cNvSpPr/>
      </dsp:nvSpPr>
      <dsp:spPr>
        <a:xfrm>
          <a:off x="4273383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View / Edit Subject</a:t>
          </a:r>
          <a:endParaRPr lang="en-IN" sz="1000" kern="1200" dirty="0"/>
        </a:p>
      </dsp:txBody>
      <dsp:txXfrm>
        <a:off x="4289253" y="3603343"/>
        <a:ext cx="821569" cy="510111"/>
      </dsp:txXfrm>
    </dsp:sp>
    <dsp:sp modelId="{6ACEB120-538E-4FC7-8C11-FAB5EC135D87}">
      <dsp:nvSpPr>
        <dsp:cNvPr id="0" name=""/>
        <dsp:cNvSpPr/>
      </dsp:nvSpPr>
      <dsp:spPr>
        <a:xfrm>
          <a:off x="5742972" y="2707379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0C7C1-DD62-42B1-B464-5FE6B1EEB697}">
      <dsp:nvSpPr>
        <dsp:cNvPr id="0" name=""/>
        <dsp:cNvSpPr/>
      </dsp:nvSpPr>
      <dsp:spPr>
        <a:xfrm>
          <a:off x="5837784" y="2797450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Faculty Management</a:t>
          </a:r>
          <a:endParaRPr lang="en-IN" sz="1000" kern="1200" dirty="0"/>
        </a:p>
      </dsp:txBody>
      <dsp:txXfrm>
        <a:off x="5853654" y="2813320"/>
        <a:ext cx="821569" cy="510111"/>
      </dsp:txXfrm>
    </dsp:sp>
    <dsp:sp modelId="{78D4EDBC-8EA3-43C0-B139-00488716957F}">
      <dsp:nvSpPr>
        <dsp:cNvPr id="0" name=""/>
        <dsp:cNvSpPr/>
      </dsp:nvSpPr>
      <dsp:spPr>
        <a:xfrm>
          <a:off x="5221505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B2DF8-EE62-4818-869A-E99E731C72DA}">
      <dsp:nvSpPr>
        <dsp:cNvPr id="0" name=""/>
        <dsp:cNvSpPr/>
      </dsp:nvSpPr>
      <dsp:spPr>
        <a:xfrm>
          <a:off x="5316317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Add Faculty</a:t>
          </a:r>
        </a:p>
      </dsp:txBody>
      <dsp:txXfrm>
        <a:off x="5332187" y="3603343"/>
        <a:ext cx="821569" cy="510111"/>
      </dsp:txXfrm>
    </dsp:sp>
    <dsp:sp modelId="{BD6D1C93-9265-4C1D-B370-4AE13A3E195E}">
      <dsp:nvSpPr>
        <dsp:cNvPr id="0" name=""/>
        <dsp:cNvSpPr/>
      </dsp:nvSpPr>
      <dsp:spPr>
        <a:xfrm>
          <a:off x="6264439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E0772-ADE0-4614-BEDA-C58B842ABA96}">
      <dsp:nvSpPr>
        <dsp:cNvPr id="0" name=""/>
        <dsp:cNvSpPr/>
      </dsp:nvSpPr>
      <dsp:spPr>
        <a:xfrm>
          <a:off x="6359251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View / Edit Faculty</a:t>
          </a:r>
        </a:p>
      </dsp:txBody>
      <dsp:txXfrm>
        <a:off x="6375121" y="3603343"/>
        <a:ext cx="821569" cy="510111"/>
      </dsp:txXfrm>
    </dsp:sp>
    <dsp:sp modelId="{62CE5919-B527-4BB9-B1B4-27A2537FC56A}">
      <dsp:nvSpPr>
        <dsp:cNvPr id="0" name=""/>
        <dsp:cNvSpPr/>
      </dsp:nvSpPr>
      <dsp:spPr>
        <a:xfrm>
          <a:off x="7828840" y="2707379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DF3CC-9C79-4607-8373-EAE093C96439}">
      <dsp:nvSpPr>
        <dsp:cNvPr id="0" name=""/>
        <dsp:cNvSpPr/>
      </dsp:nvSpPr>
      <dsp:spPr>
        <a:xfrm>
          <a:off x="7923653" y="2797450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Class Management</a:t>
          </a:r>
          <a:endParaRPr lang="en-IN" sz="1000" kern="1200" dirty="0"/>
        </a:p>
      </dsp:txBody>
      <dsp:txXfrm>
        <a:off x="7939523" y="2813320"/>
        <a:ext cx="821569" cy="510111"/>
      </dsp:txXfrm>
    </dsp:sp>
    <dsp:sp modelId="{35B36DEA-0819-4B55-9DED-031F1C330053}">
      <dsp:nvSpPr>
        <dsp:cNvPr id="0" name=""/>
        <dsp:cNvSpPr/>
      </dsp:nvSpPr>
      <dsp:spPr>
        <a:xfrm>
          <a:off x="7307373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C2458-C0A8-4622-817D-056BEC5C1600}">
      <dsp:nvSpPr>
        <dsp:cNvPr id="0" name=""/>
        <dsp:cNvSpPr/>
      </dsp:nvSpPr>
      <dsp:spPr>
        <a:xfrm>
          <a:off x="7402186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Add Class</a:t>
          </a:r>
        </a:p>
      </dsp:txBody>
      <dsp:txXfrm>
        <a:off x="7418056" y="3603343"/>
        <a:ext cx="821569" cy="510111"/>
      </dsp:txXfrm>
    </dsp:sp>
    <dsp:sp modelId="{A433BD77-DA94-45EB-8B85-E73E3FB2A169}">
      <dsp:nvSpPr>
        <dsp:cNvPr id="0" name=""/>
        <dsp:cNvSpPr/>
      </dsp:nvSpPr>
      <dsp:spPr>
        <a:xfrm>
          <a:off x="8350307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305B3-8DFA-4BAE-9C63-B34882AF66A8}">
      <dsp:nvSpPr>
        <dsp:cNvPr id="0" name=""/>
        <dsp:cNvSpPr/>
      </dsp:nvSpPr>
      <dsp:spPr>
        <a:xfrm>
          <a:off x="8445120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View / Edit Class</a:t>
          </a:r>
        </a:p>
      </dsp:txBody>
      <dsp:txXfrm>
        <a:off x="8460990" y="3603343"/>
        <a:ext cx="821569" cy="510111"/>
      </dsp:txXfrm>
    </dsp:sp>
    <dsp:sp modelId="{ED6B1C2C-246C-43A4-A934-29193803A7E8}">
      <dsp:nvSpPr>
        <dsp:cNvPr id="0" name=""/>
        <dsp:cNvSpPr/>
      </dsp:nvSpPr>
      <dsp:spPr>
        <a:xfrm>
          <a:off x="9393242" y="2707379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2854D-362B-4B53-B74A-C66B1C104751}">
      <dsp:nvSpPr>
        <dsp:cNvPr id="0" name=""/>
        <dsp:cNvSpPr/>
      </dsp:nvSpPr>
      <dsp:spPr>
        <a:xfrm>
          <a:off x="9488054" y="2797450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Student Management</a:t>
          </a:r>
          <a:endParaRPr lang="en-IN" sz="1000" kern="1200" dirty="0"/>
        </a:p>
      </dsp:txBody>
      <dsp:txXfrm>
        <a:off x="9503924" y="2813320"/>
        <a:ext cx="821569" cy="510111"/>
      </dsp:txXfrm>
    </dsp:sp>
    <dsp:sp modelId="{C633FAB7-00AB-4021-98F7-4224ADFE8EEF}">
      <dsp:nvSpPr>
        <dsp:cNvPr id="0" name=""/>
        <dsp:cNvSpPr/>
      </dsp:nvSpPr>
      <dsp:spPr>
        <a:xfrm>
          <a:off x="9393242" y="3497401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177DB-0B31-4C69-AB62-DB0FEEE009A1}">
      <dsp:nvSpPr>
        <dsp:cNvPr id="0" name=""/>
        <dsp:cNvSpPr/>
      </dsp:nvSpPr>
      <dsp:spPr>
        <a:xfrm>
          <a:off x="9488054" y="3587473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Select Class</a:t>
          </a:r>
          <a:endParaRPr lang="en-IN" sz="1000" kern="1200" dirty="0"/>
        </a:p>
      </dsp:txBody>
      <dsp:txXfrm>
        <a:off x="9503924" y="3603343"/>
        <a:ext cx="821569" cy="510111"/>
      </dsp:txXfrm>
    </dsp:sp>
    <dsp:sp modelId="{413A1BBF-268A-47D7-AC67-48ACB7118A4B}">
      <dsp:nvSpPr>
        <dsp:cNvPr id="0" name=""/>
        <dsp:cNvSpPr/>
      </dsp:nvSpPr>
      <dsp:spPr>
        <a:xfrm>
          <a:off x="7828840" y="4287424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ED7AD-16DD-41BC-A8D2-93E0D8025753}">
      <dsp:nvSpPr>
        <dsp:cNvPr id="0" name=""/>
        <dsp:cNvSpPr/>
      </dsp:nvSpPr>
      <dsp:spPr>
        <a:xfrm>
          <a:off x="7923653" y="4377495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Add Students</a:t>
          </a:r>
          <a:endParaRPr lang="en-IN" sz="1000" kern="1200" dirty="0"/>
        </a:p>
      </dsp:txBody>
      <dsp:txXfrm>
        <a:off x="7939523" y="4393365"/>
        <a:ext cx="821569" cy="510111"/>
      </dsp:txXfrm>
    </dsp:sp>
    <dsp:sp modelId="{977263D8-8575-4FD4-A9E8-32679C254461}">
      <dsp:nvSpPr>
        <dsp:cNvPr id="0" name=""/>
        <dsp:cNvSpPr/>
      </dsp:nvSpPr>
      <dsp:spPr>
        <a:xfrm>
          <a:off x="8871775" y="4287424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4457C-B536-411B-B319-A447F6FD8E35}">
      <dsp:nvSpPr>
        <dsp:cNvPr id="0" name=""/>
        <dsp:cNvSpPr/>
      </dsp:nvSpPr>
      <dsp:spPr>
        <a:xfrm>
          <a:off x="8966587" y="4377495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View Students</a:t>
          </a:r>
          <a:endParaRPr lang="en-IN" sz="1000" kern="1200" dirty="0"/>
        </a:p>
      </dsp:txBody>
      <dsp:txXfrm>
        <a:off x="8982457" y="4393365"/>
        <a:ext cx="821569" cy="510111"/>
      </dsp:txXfrm>
    </dsp:sp>
    <dsp:sp modelId="{88E0940D-8E93-457D-A99C-D1E86B126C8F}">
      <dsp:nvSpPr>
        <dsp:cNvPr id="0" name=""/>
        <dsp:cNvSpPr/>
      </dsp:nvSpPr>
      <dsp:spPr>
        <a:xfrm>
          <a:off x="9914709" y="4287424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661E1-B544-4462-BEC6-121CF3DD191D}">
      <dsp:nvSpPr>
        <dsp:cNvPr id="0" name=""/>
        <dsp:cNvSpPr/>
      </dsp:nvSpPr>
      <dsp:spPr>
        <a:xfrm>
          <a:off x="10009521" y="4377495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Upload Faces Data</a:t>
          </a:r>
          <a:endParaRPr lang="en-IN" sz="1000" kern="1200" dirty="0"/>
        </a:p>
      </dsp:txBody>
      <dsp:txXfrm>
        <a:off x="10025391" y="4393365"/>
        <a:ext cx="821569" cy="510111"/>
      </dsp:txXfrm>
    </dsp:sp>
    <dsp:sp modelId="{7D97F12A-34EC-4B64-B23A-FEFF8F45A92E}">
      <dsp:nvSpPr>
        <dsp:cNvPr id="0" name=""/>
        <dsp:cNvSpPr/>
      </dsp:nvSpPr>
      <dsp:spPr>
        <a:xfrm>
          <a:off x="10957643" y="4287424"/>
          <a:ext cx="853309" cy="541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49702-269A-49EF-9C86-72376C743F94}">
      <dsp:nvSpPr>
        <dsp:cNvPr id="0" name=""/>
        <dsp:cNvSpPr/>
      </dsp:nvSpPr>
      <dsp:spPr>
        <a:xfrm>
          <a:off x="11052455" y="4377495"/>
          <a:ext cx="853309" cy="541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View / </a:t>
          </a:r>
          <a:r>
            <a:rPr lang="en-IN" sz="1000" kern="1200" dirty="0" err="1"/>
            <a:t>DeleteFaces</a:t>
          </a:r>
          <a:r>
            <a:rPr lang="en-IN" sz="1000" kern="1200" dirty="0"/>
            <a:t> Data</a:t>
          </a:r>
        </a:p>
      </dsp:txBody>
      <dsp:txXfrm>
        <a:off x="11068325" y="4393365"/>
        <a:ext cx="821569" cy="510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92E16-D328-4FD4-9643-6658CE5A1DFE}">
      <dsp:nvSpPr>
        <dsp:cNvPr id="0" name=""/>
        <dsp:cNvSpPr/>
      </dsp:nvSpPr>
      <dsp:spPr>
        <a:xfrm>
          <a:off x="9025005" y="3078918"/>
          <a:ext cx="91440" cy="3364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05A92D-F47A-47C9-B884-64A47BB13D4A}">
      <dsp:nvSpPr>
        <dsp:cNvPr id="0" name=""/>
        <dsp:cNvSpPr/>
      </dsp:nvSpPr>
      <dsp:spPr>
        <a:xfrm>
          <a:off x="6242828" y="2007852"/>
          <a:ext cx="2827896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2827896" y="229284"/>
              </a:lnTo>
              <a:lnTo>
                <a:pt x="2827896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691D5E-A292-4B60-B84C-0D959D85DC91}">
      <dsp:nvSpPr>
        <dsp:cNvPr id="0" name=""/>
        <dsp:cNvSpPr/>
      </dsp:nvSpPr>
      <dsp:spPr>
        <a:xfrm>
          <a:off x="7611057" y="3078918"/>
          <a:ext cx="91440" cy="3364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45D13-1580-46B5-A360-7B1033299DA0}">
      <dsp:nvSpPr>
        <dsp:cNvPr id="0" name=""/>
        <dsp:cNvSpPr/>
      </dsp:nvSpPr>
      <dsp:spPr>
        <a:xfrm>
          <a:off x="6242828" y="2007852"/>
          <a:ext cx="1413948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1413948" y="229284"/>
              </a:lnTo>
              <a:lnTo>
                <a:pt x="1413948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F0F0CB-8930-42C9-BA3C-A505521E2FAD}">
      <dsp:nvSpPr>
        <dsp:cNvPr id="0" name=""/>
        <dsp:cNvSpPr/>
      </dsp:nvSpPr>
      <dsp:spPr>
        <a:xfrm>
          <a:off x="3414931" y="3078918"/>
          <a:ext cx="2827896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2827896" y="229284"/>
              </a:lnTo>
              <a:lnTo>
                <a:pt x="2827896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2FF824-3210-4606-8160-8DBD481FDE7C}">
      <dsp:nvSpPr>
        <dsp:cNvPr id="0" name=""/>
        <dsp:cNvSpPr/>
      </dsp:nvSpPr>
      <dsp:spPr>
        <a:xfrm>
          <a:off x="3414931" y="3078918"/>
          <a:ext cx="1413948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1413948" y="229284"/>
              </a:lnTo>
              <a:lnTo>
                <a:pt x="1413948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0F3C5-3C7B-4D13-BAE4-98D5D3EE9FDE}">
      <dsp:nvSpPr>
        <dsp:cNvPr id="0" name=""/>
        <dsp:cNvSpPr/>
      </dsp:nvSpPr>
      <dsp:spPr>
        <a:xfrm>
          <a:off x="3369211" y="3078918"/>
          <a:ext cx="91440" cy="3364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D0A951-4811-476F-A281-3129C74A98E7}">
      <dsp:nvSpPr>
        <dsp:cNvPr id="0" name=""/>
        <dsp:cNvSpPr/>
      </dsp:nvSpPr>
      <dsp:spPr>
        <a:xfrm>
          <a:off x="2000983" y="3078918"/>
          <a:ext cx="1413948" cy="336455"/>
        </a:xfrm>
        <a:custGeom>
          <a:avLst/>
          <a:gdLst/>
          <a:ahLst/>
          <a:cxnLst/>
          <a:rect l="0" t="0" r="0" b="0"/>
          <a:pathLst>
            <a:path>
              <a:moveTo>
                <a:pt x="1413948" y="0"/>
              </a:moveTo>
              <a:lnTo>
                <a:pt x="1413948" y="229284"/>
              </a:lnTo>
              <a:lnTo>
                <a:pt x="0" y="229284"/>
              </a:lnTo>
              <a:lnTo>
                <a:pt x="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12EF75-F16F-4BB7-8FEF-3C48A8D1ADBA}">
      <dsp:nvSpPr>
        <dsp:cNvPr id="0" name=""/>
        <dsp:cNvSpPr/>
      </dsp:nvSpPr>
      <dsp:spPr>
        <a:xfrm>
          <a:off x="587034" y="3078918"/>
          <a:ext cx="2827896" cy="336455"/>
        </a:xfrm>
        <a:custGeom>
          <a:avLst/>
          <a:gdLst/>
          <a:ahLst/>
          <a:cxnLst/>
          <a:rect l="0" t="0" r="0" b="0"/>
          <a:pathLst>
            <a:path>
              <a:moveTo>
                <a:pt x="2827896" y="0"/>
              </a:moveTo>
              <a:lnTo>
                <a:pt x="2827896" y="229284"/>
              </a:lnTo>
              <a:lnTo>
                <a:pt x="0" y="229284"/>
              </a:lnTo>
              <a:lnTo>
                <a:pt x="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15578-87D4-425A-AB36-38A7759A0760}">
      <dsp:nvSpPr>
        <dsp:cNvPr id="0" name=""/>
        <dsp:cNvSpPr/>
      </dsp:nvSpPr>
      <dsp:spPr>
        <a:xfrm>
          <a:off x="3414931" y="2007852"/>
          <a:ext cx="2827896" cy="336455"/>
        </a:xfrm>
        <a:custGeom>
          <a:avLst/>
          <a:gdLst/>
          <a:ahLst/>
          <a:cxnLst/>
          <a:rect l="0" t="0" r="0" b="0"/>
          <a:pathLst>
            <a:path>
              <a:moveTo>
                <a:pt x="2827896" y="0"/>
              </a:moveTo>
              <a:lnTo>
                <a:pt x="2827896" y="229284"/>
              </a:lnTo>
              <a:lnTo>
                <a:pt x="0" y="229284"/>
              </a:lnTo>
              <a:lnTo>
                <a:pt x="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1D9458-1695-48A4-9D41-54F2FEA34BE8}">
      <dsp:nvSpPr>
        <dsp:cNvPr id="0" name=""/>
        <dsp:cNvSpPr/>
      </dsp:nvSpPr>
      <dsp:spPr>
        <a:xfrm>
          <a:off x="3768418" y="936786"/>
          <a:ext cx="2474409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2474409" y="229284"/>
              </a:lnTo>
              <a:lnTo>
                <a:pt x="2474409" y="336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EEA14E-9527-41D8-9BCD-0C90CAA80888}">
      <dsp:nvSpPr>
        <dsp:cNvPr id="0" name=""/>
        <dsp:cNvSpPr/>
      </dsp:nvSpPr>
      <dsp:spPr>
        <a:xfrm>
          <a:off x="1294008" y="2007852"/>
          <a:ext cx="706974" cy="336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284"/>
              </a:lnTo>
              <a:lnTo>
                <a:pt x="706974" y="229284"/>
              </a:lnTo>
              <a:lnTo>
                <a:pt x="706974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044877-5CE1-4055-BF6C-3B9ECCE90CD1}">
      <dsp:nvSpPr>
        <dsp:cNvPr id="0" name=""/>
        <dsp:cNvSpPr/>
      </dsp:nvSpPr>
      <dsp:spPr>
        <a:xfrm>
          <a:off x="587034" y="2007852"/>
          <a:ext cx="706974" cy="336455"/>
        </a:xfrm>
        <a:custGeom>
          <a:avLst/>
          <a:gdLst/>
          <a:ahLst/>
          <a:cxnLst/>
          <a:rect l="0" t="0" r="0" b="0"/>
          <a:pathLst>
            <a:path>
              <a:moveTo>
                <a:pt x="706974" y="0"/>
              </a:moveTo>
              <a:lnTo>
                <a:pt x="706974" y="229284"/>
              </a:lnTo>
              <a:lnTo>
                <a:pt x="0" y="229284"/>
              </a:lnTo>
              <a:lnTo>
                <a:pt x="0" y="3364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ABA63E-6760-41DD-83FA-389D72500B5A}">
      <dsp:nvSpPr>
        <dsp:cNvPr id="0" name=""/>
        <dsp:cNvSpPr/>
      </dsp:nvSpPr>
      <dsp:spPr>
        <a:xfrm>
          <a:off x="1294008" y="936786"/>
          <a:ext cx="2474409" cy="336455"/>
        </a:xfrm>
        <a:custGeom>
          <a:avLst/>
          <a:gdLst/>
          <a:ahLst/>
          <a:cxnLst/>
          <a:rect l="0" t="0" r="0" b="0"/>
          <a:pathLst>
            <a:path>
              <a:moveTo>
                <a:pt x="2474409" y="0"/>
              </a:moveTo>
              <a:lnTo>
                <a:pt x="2474409" y="229284"/>
              </a:lnTo>
              <a:lnTo>
                <a:pt x="0" y="229284"/>
              </a:lnTo>
              <a:lnTo>
                <a:pt x="0" y="336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865D-6602-4A5E-958B-898A4354B4F9}">
      <dsp:nvSpPr>
        <dsp:cNvPr id="0" name=""/>
        <dsp:cNvSpPr/>
      </dsp:nvSpPr>
      <dsp:spPr>
        <a:xfrm>
          <a:off x="3189985" y="202176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EB2ED-10E8-43C9-8552-6159E39522B3}">
      <dsp:nvSpPr>
        <dsp:cNvPr id="0" name=""/>
        <dsp:cNvSpPr/>
      </dsp:nvSpPr>
      <dsp:spPr>
        <a:xfrm>
          <a:off x="3318526" y="324290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Faculty Login</a:t>
          </a:r>
          <a:endParaRPr lang="en-IN" sz="1100" kern="1200" dirty="0"/>
        </a:p>
      </dsp:txBody>
      <dsp:txXfrm>
        <a:off x="3340042" y="345806"/>
        <a:ext cx="1113834" cy="691578"/>
      </dsp:txXfrm>
    </dsp:sp>
    <dsp:sp modelId="{D63DBBC8-4BFB-4E26-995D-E044816EDD84}">
      <dsp:nvSpPr>
        <dsp:cNvPr id="0" name=""/>
        <dsp:cNvSpPr/>
      </dsp:nvSpPr>
      <dsp:spPr>
        <a:xfrm>
          <a:off x="715575" y="1273242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D742A-4B2B-4699-9555-3178BAC73CC9}">
      <dsp:nvSpPr>
        <dsp:cNvPr id="0" name=""/>
        <dsp:cNvSpPr/>
      </dsp:nvSpPr>
      <dsp:spPr>
        <a:xfrm>
          <a:off x="844116" y="1395356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Profile</a:t>
          </a:r>
          <a:endParaRPr lang="en-IN" sz="1100" kern="1200" dirty="0"/>
        </a:p>
      </dsp:txBody>
      <dsp:txXfrm>
        <a:off x="865632" y="1416872"/>
        <a:ext cx="1113834" cy="691578"/>
      </dsp:txXfrm>
    </dsp:sp>
    <dsp:sp modelId="{A899E109-CF59-49DD-8407-67501532BB56}">
      <dsp:nvSpPr>
        <dsp:cNvPr id="0" name=""/>
        <dsp:cNvSpPr/>
      </dsp:nvSpPr>
      <dsp:spPr>
        <a:xfrm>
          <a:off x="8601" y="2344308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5E81A-6453-48B7-8C88-A7A1161C30CC}">
      <dsp:nvSpPr>
        <dsp:cNvPr id="0" name=""/>
        <dsp:cNvSpPr/>
      </dsp:nvSpPr>
      <dsp:spPr>
        <a:xfrm>
          <a:off x="137142" y="2466422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Edit</a:t>
          </a:r>
        </a:p>
      </dsp:txBody>
      <dsp:txXfrm>
        <a:off x="158658" y="2487938"/>
        <a:ext cx="1113834" cy="691578"/>
      </dsp:txXfrm>
    </dsp:sp>
    <dsp:sp modelId="{AB73843D-6EBD-4118-B013-182B5FB984A0}">
      <dsp:nvSpPr>
        <dsp:cNvPr id="0" name=""/>
        <dsp:cNvSpPr/>
      </dsp:nvSpPr>
      <dsp:spPr>
        <a:xfrm>
          <a:off x="1422549" y="2344308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B6577-CBEA-47F1-B0E1-7DFBA7FE679A}">
      <dsp:nvSpPr>
        <dsp:cNvPr id="0" name=""/>
        <dsp:cNvSpPr/>
      </dsp:nvSpPr>
      <dsp:spPr>
        <a:xfrm>
          <a:off x="1551090" y="2466422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Logout</a:t>
          </a:r>
          <a:endParaRPr lang="en-IN" sz="1100" kern="1200" dirty="0"/>
        </a:p>
      </dsp:txBody>
      <dsp:txXfrm>
        <a:off x="1572606" y="2487938"/>
        <a:ext cx="1113834" cy="691578"/>
      </dsp:txXfrm>
    </dsp:sp>
    <dsp:sp modelId="{CE5581B4-CBB0-45DF-AD5B-A68C35DD45BE}">
      <dsp:nvSpPr>
        <dsp:cNvPr id="0" name=""/>
        <dsp:cNvSpPr/>
      </dsp:nvSpPr>
      <dsp:spPr>
        <a:xfrm>
          <a:off x="5664395" y="1273242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511F8-E216-4E3E-988B-779D4737C974}">
      <dsp:nvSpPr>
        <dsp:cNvPr id="0" name=""/>
        <dsp:cNvSpPr/>
      </dsp:nvSpPr>
      <dsp:spPr>
        <a:xfrm>
          <a:off x="5792935" y="1395356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Selects Class</a:t>
          </a:r>
          <a:endParaRPr lang="en-IN" sz="1100" kern="1200" dirty="0"/>
        </a:p>
      </dsp:txBody>
      <dsp:txXfrm>
        <a:off x="5814451" y="1416872"/>
        <a:ext cx="1113834" cy="691578"/>
      </dsp:txXfrm>
    </dsp:sp>
    <dsp:sp modelId="{888DD5C2-E1F1-4406-9189-82B296CBC462}">
      <dsp:nvSpPr>
        <dsp:cNvPr id="0" name=""/>
        <dsp:cNvSpPr/>
      </dsp:nvSpPr>
      <dsp:spPr>
        <a:xfrm>
          <a:off x="2836498" y="2344308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2BC98-8E7B-45C8-9443-93A2757E2008}">
      <dsp:nvSpPr>
        <dsp:cNvPr id="0" name=""/>
        <dsp:cNvSpPr/>
      </dsp:nvSpPr>
      <dsp:spPr>
        <a:xfrm>
          <a:off x="2965038" y="2466422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Take Attendance</a:t>
          </a:r>
        </a:p>
      </dsp:txBody>
      <dsp:txXfrm>
        <a:off x="2986554" y="2487938"/>
        <a:ext cx="1113834" cy="691578"/>
      </dsp:txXfrm>
    </dsp:sp>
    <dsp:sp modelId="{26B0A752-58E2-4F37-A980-939DF6E63EB1}">
      <dsp:nvSpPr>
        <dsp:cNvPr id="0" name=""/>
        <dsp:cNvSpPr/>
      </dsp:nvSpPr>
      <dsp:spPr>
        <a:xfrm>
          <a:off x="8601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843EB-8107-4EE2-BD29-2F32321028D3}">
      <dsp:nvSpPr>
        <dsp:cNvPr id="0" name=""/>
        <dsp:cNvSpPr/>
      </dsp:nvSpPr>
      <dsp:spPr>
        <a:xfrm>
          <a:off x="137142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Enter Date</a:t>
          </a:r>
          <a:endParaRPr lang="en-IN" sz="1100" kern="1200" dirty="0"/>
        </a:p>
      </dsp:txBody>
      <dsp:txXfrm>
        <a:off x="158658" y="3559004"/>
        <a:ext cx="1113834" cy="691578"/>
      </dsp:txXfrm>
    </dsp:sp>
    <dsp:sp modelId="{048A6EA5-C18F-4BCF-8B41-41E54E78DF32}">
      <dsp:nvSpPr>
        <dsp:cNvPr id="0" name=""/>
        <dsp:cNvSpPr/>
      </dsp:nvSpPr>
      <dsp:spPr>
        <a:xfrm>
          <a:off x="1422549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C5106-8738-4127-94E1-B7726D0303E5}">
      <dsp:nvSpPr>
        <dsp:cNvPr id="0" name=""/>
        <dsp:cNvSpPr/>
      </dsp:nvSpPr>
      <dsp:spPr>
        <a:xfrm>
          <a:off x="1551090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Enter Lecture No.</a:t>
          </a:r>
        </a:p>
      </dsp:txBody>
      <dsp:txXfrm>
        <a:off x="1572606" y="3559004"/>
        <a:ext cx="1113834" cy="691578"/>
      </dsp:txXfrm>
    </dsp:sp>
    <dsp:sp modelId="{F36CE0EC-95C3-4B89-BF51-C152A5CD0738}">
      <dsp:nvSpPr>
        <dsp:cNvPr id="0" name=""/>
        <dsp:cNvSpPr/>
      </dsp:nvSpPr>
      <dsp:spPr>
        <a:xfrm>
          <a:off x="2836498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11722-EB7F-4D1A-BCF9-61B97E171206}">
      <dsp:nvSpPr>
        <dsp:cNvPr id="0" name=""/>
        <dsp:cNvSpPr/>
      </dsp:nvSpPr>
      <dsp:spPr>
        <a:xfrm>
          <a:off x="2965038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All Absent or Present</a:t>
          </a:r>
          <a:endParaRPr lang="en-IN" sz="1100" kern="1200" dirty="0"/>
        </a:p>
      </dsp:txBody>
      <dsp:txXfrm>
        <a:off x="2986554" y="3559004"/>
        <a:ext cx="1113834" cy="691578"/>
      </dsp:txXfrm>
    </dsp:sp>
    <dsp:sp modelId="{A8A25B6F-1DE8-407C-BD94-39E0947685D5}">
      <dsp:nvSpPr>
        <dsp:cNvPr id="0" name=""/>
        <dsp:cNvSpPr/>
      </dsp:nvSpPr>
      <dsp:spPr>
        <a:xfrm>
          <a:off x="4250446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D634D-1B49-4EBB-AF84-C86D173E47BA}">
      <dsp:nvSpPr>
        <dsp:cNvPr id="0" name=""/>
        <dsp:cNvSpPr/>
      </dsp:nvSpPr>
      <dsp:spPr>
        <a:xfrm>
          <a:off x="4378987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Take Attendance and Save</a:t>
          </a:r>
        </a:p>
      </dsp:txBody>
      <dsp:txXfrm>
        <a:off x="4400503" y="3559004"/>
        <a:ext cx="1113834" cy="691578"/>
      </dsp:txXfrm>
    </dsp:sp>
    <dsp:sp modelId="{03112B4B-4710-43F2-A42D-0BAA6305748E}">
      <dsp:nvSpPr>
        <dsp:cNvPr id="0" name=""/>
        <dsp:cNvSpPr/>
      </dsp:nvSpPr>
      <dsp:spPr>
        <a:xfrm>
          <a:off x="5664395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5B398-DFEF-4888-A3FE-127CD7C70B6D}">
      <dsp:nvSpPr>
        <dsp:cNvPr id="0" name=""/>
        <dsp:cNvSpPr/>
      </dsp:nvSpPr>
      <dsp:spPr>
        <a:xfrm>
          <a:off x="5792935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Live Attendance</a:t>
          </a:r>
        </a:p>
      </dsp:txBody>
      <dsp:txXfrm>
        <a:off x="5814451" y="3559004"/>
        <a:ext cx="1113834" cy="691578"/>
      </dsp:txXfrm>
    </dsp:sp>
    <dsp:sp modelId="{8EC52095-1187-4C08-AFA2-CE7289E0769B}">
      <dsp:nvSpPr>
        <dsp:cNvPr id="0" name=""/>
        <dsp:cNvSpPr/>
      </dsp:nvSpPr>
      <dsp:spPr>
        <a:xfrm>
          <a:off x="7078343" y="2344308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BA1-0AD5-4AF1-A822-8339504E6E79}">
      <dsp:nvSpPr>
        <dsp:cNvPr id="0" name=""/>
        <dsp:cNvSpPr/>
      </dsp:nvSpPr>
      <dsp:spPr>
        <a:xfrm>
          <a:off x="7206884" y="2466422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Show Attendance Records</a:t>
          </a:r>
        </a:p>
      </dsp:txBody>
      <dsp:txXfrm>
        <a:off x="7228400" y="2487938"/>
        <a:ext cx="1113834" cy="691578"/>
      </dsp:txXfrm>
    </dsp:sp>
    <dsp:sp modelId="{6A96F826-A0FA-416B-8E26-05BCACD6CD7E}">
      <dsp:nvSpPr>
        <dsp:cNvPr id="0" name=""/>
        <dsp:cNvSpPr/>
      </dsp:nvSpPr>
      <dsp:spPr>
        <a:xfrm>
          <a:off x="7078343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850E8-2445-4363-B048-F9B526632B87}">
      <dsp:nvSpPr>
        <dsp:cNvPr id="0" name=""/>
        <dsp:cNvSpPr/>
      </dsp:nvSpPr>
      <dsp:spPr>
        <a:xfrm>
          <a:off x="7206884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Edit / Delete Attendance Records</a:t>
          </a:r>
        </a:p>
      </dsp:txBody>
      <dsp:txXfrm>
        <a:off x="7228400" y="3559004"/>
        <a:ext cx="1113834" cy="691578"/>
      </dsp:txXfrm>
    </dsp:sp>
    <dsp:sp modelId="{AA0095F1-B199-4360-95FA-B5B8B7903EE7}">
      <dsp:nvSpPr>
        <dsp:cNvPr id="0" name=""/>
        <dsp:cNvSpPr/>
      </dsp:nvSpPr>
      <dsp:spPr>
        <a:xfrm>
          <a:off x="8492292" y="2344308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09E18-63B5-4E59-ACE5-38433741BF2E}">
      <dsp:nvSpPr>
        <dsp:cNvPr id="0" name=""/>
        <dsp:cNvSpPr/>
      </dsp:nvSpPr>
      <dsp:spPr>
        <a:xfrm>
          <a:off x="8620832" y="2466422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Show Less Than 75% Attendance Students</a:t>
          </a:r>
        </a:p>
      </dsp:txBody>
      <dsp:txXfrm>
        <a:off x="8642348" y="2487938"/>
        <a:ext cx="1113834" cy="691578"/>
      </dsp:txXfrm>
    </dsp:sp>
    <dsp:sp modelId="{C0FFC13B-F0B6-463C-9037-93394C2194BC}">
      <dsp:nvSpPr>
        <dsp:cNvPr id="0" name=""/>
        <dsp:cNvSpPr/>
      </dsp:nvSpPr>
      <dsp:spPr>
        <a:xfrm>
          <a:off x="8492292" y="3415374"/>
          <a:ext cx="1156866" cy="7346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3ECA9-0FCA-4D9B-8A1C-D7FE6B62520D}">
      <dsp:nvSpPr>
        <dsp:cNvPr id="0" name=""/>
        <dsp:cNvSpPr/>
      </dsp:nvSpPr>
      <dsp:spPr>
        <a:xfrm>
          <a:off x="8620832" y="3537488"/>
          <a:ext cx="1156866" cy="734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Notify Custom / Default Message</a:t>
          </a:r>
        </a:p>
      </dsp:txBody>
      <dsp:txXfrm>
        <a:off x="8642348" y="3559004"/>
        <a:ext cx="1113834" cy="691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8382D-BD42-4283-8FCB-D63F2A549DF2}">
      <dsp:nvSpPr>
        <dsp:cNvPr id="0" name=""/>
        <dsp:cNvSpPr/>
      </dsp:nvSpPr>
      <dsp:spPr>
        <a:xfrm>
          <a:off x="7106689" y="1985265"/>
          <a:ext cx="91440" cy="369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96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B461A5-4E30-4D9F-9A6E-7D0AAF18F050}">
      <dsp:nvSpPr>
        <dsp:cNvPr id="0" name=""/>
        <dsp:cNvSpPr/>
      </dsp:nvSpPr>
      <dsp:spPr>
        <a:xfrm>
          <a:off x="5599169" y="808685"/>
          <a:ext cx="1553240" cy="369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872"/>
              </a:lnTo>
              <a:lnTo>
                <a:pt x="1553240" y="251872"/>
              </a:lnTo>
              <a:lnTo>
                <a:pt x="1553240" y="3696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C79EFE-D0EB-4278-8636-82641A64B1E0}">
      <dsp:nvSpPr>
        <dsp:cNvPr id="0" name=""/>
        <dsp:cNvSpPr/>
      </dsp:nvSpPr>
      <dsp:spPr>
        <a:xfrm>
          <a:off x="4045928" y="1985265"/>
          <a:ext cx="1553240" cy="369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872"/>
              </a:lnTo>
              <a:lnTo>
                <a:pt x="1553240" y="251872"/>
              </a:lnTo>
              <a:lnTo>
                <a:pt x="1553240" y="3696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AC47EB-F551-41EB-B552-F438DCB185A1}">
      <dsp:nvSpPr>
        <dsp:cNvPr id="0" name=""/>
        <dsp:cNvSpPr/>
      </dsp:nvSpPr>
      <dsp:spPr>
        <a:xfrm>
          <a:off x="4000208" y="1985265"/>
          <a:ext cx="91440" cy="369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96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68B256-7F22-4A2E-ABC0-18B0D308DCB8}">
      <dsp:nvSpPr>
        <dsp:cNvPr id="0" name=""/>
        <dsp:cNvSpPr/>
      </dsp:nvSpPr>
      <dsp:spPr>
        <a:xfrm>
          <a:off x="2446967" y="3161845"/>
          <a:ext cx="91440" cy="369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96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E921A3-1F66-4C52-A53C-4489A515C64D}">
      <dsp:nvSpPr>
        <dsp:cNvPr id="0" name=""/>
        <dsp:cNvSpPr/>
      </dsp:nvSpPr>
      <dsp:spPr>
        <a:xfrm>
          <a:off x="2492687" y="1985265"/>
          <a:ext cx="1553240" cy="369600"/>
        </a:xfrm>
        <a:custGeom>
          <a:avLst/>
          <a:gdLst/>
          <a:ahLst/>
          <a:cxnLst/>
          <a:rect l="0" t="0" r="0" b="0"/>
          <a:pathLst>
            <a:path>
              <a:moveTo>
                <a:pt x="1553240" y="0"/>
              </a:moveTo>
              <a:lnTo>
                <a:pt x="1553240" y="251872"/>
              </a:lnTo>
              <a:lnTo>
                <a:pt x="0" y="251872"/>
              </a:lnTo>
              <a:lnTo>
                <a:pt x="0" y="3696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78869-84DF-44EB-A6D7-1FAD95E3DA19}">
      <dsp:nvSpPr>
        <dsp:cNvPr id="0" name=""/>
        <dsp:cNvSpPr/>
      </dsp:nvSpPr>
      <dsp:spPr>
        <a:xfrm>
          <a:off x="4045928" y="808685"/>
          <a:ext cx="1553240" cy="369600"/>
        </a:xfrm>
        <a:custGeom>
          <a:avLst/>
          <a:gdLst/>
          <a:ahLst/>
          <a:cxnLst/>
          <a:rect l="0" t="0" r="0" b="0"/>
          <a:pathLst>
            <a:path>
              <a:moveTo>
                <a:pt x="1553240" y="0"/>
              </a:moveTo>
              <a:lnTo>
                <a:pt x="1553240" y="251872"/>
              </a:lnTo>
              <a:lnTo>
                <a:pt x="0" y="251872"/>
              </a:lnTo>
              <a:lnTo>
                <a:pt x="0" y="3696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865D-6602-4A5E-958B-898A4354B4F9}">
      <dsp:nvSpPr>
        <dsp:cNvPr id="0" name=""/>
        <dsp:cNvSpPr/>
      </dsp:nvSpPr>
      <dsp:spPr>
        <a:xfrm>
          <a:off x="4963752" y="170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EB2ED-10E8-43C9-8552-6159E39522B3}">
      <dsp:nvSpPr>
        <dsp:cNvPr id="0" name=""/>
        <dsp:cNvSpPr/>
      </dsp:nvSpPr>
      <dsp:spPr>
        <a:xfrm>
          <a:off x="5104956" y="13584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Student Login</a:t>
          </a:r>
          <a:endParaRPr lang="en-IN" sz="1200" kern="1200" dirty="0"/>
        </a:p>
      </dsp:txBody>
      <dsp:txXfrm>
        <a:off x="5128592" y="159485"/>
        <a:ext cx="1223561" cy="759707"/>
      </dsp:txXfrm>
    </dsp:sp>
    <dsp:sp modelId="{BE71CD89-BAF7-4ABF-AD2D-0EA5AC58C284}">
      <dsp:nvSpPr>
        <dsp:cNvPr id="0" name=""/>
        <dsp:cNvSpPr/>
      </dsp:nvSpPr>
      <dsp:spPr>
        <a:xfrm>
          <a:off x="3410511" y="117828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87972-7F42-4292-A434-8B193DE31711}">
      <dsp:nvSpPr>
        <dsp:cNvPr id="0" name=""/>
        <dsp:cNvSpPr/>
      </dsp:nvSpPr>
      <dsp:spPr>
        <a:xfrm>
          <a:off x="3551715" y="131242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Profile</a:t>
          </a:r>
        </a:p>
      </dsp:txBody>
      <dsp:txXfrm>
        <a:off x="3575351" y="1336065"/>
        <a:ext cx="1223561" cy="759707"/>
      </dsp:txXfrm>
    </dsp:sp>
    <dsp:sp modelId="{9EC41E2B-7B8D-4E6B-B888-967177731FDE}">
      <dsp:nvSpPr>
        <dsp:cNvPr id="0" name=""/>
        <dsp:cNvSpPr/>
      </dsp:nvSpPr>
      <dsp:spPr>
        <a:xfrm>
          <a:off x="1857270" y="235486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01262-AB6F-48A7-839A-1A5486D32024}">
      <dsp:nvSpPr>
        <dsp:cNvPr id="0" name=""/>
        <dsp:cNvSpPr/>
      </dsp:nvSpPr>
      <dsp:spPr>
        <a:xfrm>
          <a:off x="1998474" y="248900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Notifications</a:t>
          </a:r>
        </a:p>
      </dsp:txBody>
      <dsp:txXfrm>
        <a:off x="2022110" y="2512645"/>
        <a:ext cx="1223561" cy="759707"/>
      </dsp:txXfrm>
    </dsp:sp>
    <dsp:sp modelId="{1AB372C1-8712-48D7-933C-365320DC0250}">
      <dsp:nvSpPr>
        <dsp:cNvPr id="0" name=""/>
        <dsp:cNvSpPr/>
      </dsp:nvSpPr>
      <dsp:spPr>
        <a:xfrm>
          <a:off x="1857270" y="3531445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D3A94-0B00-4D39-A42A-47DE7BC623FF}">
      <dsp:nvSpPr>
        <dsp:cNvPr id="0" name=""/>
        <dsp:cNvSpPr/>
      </dsp:nvSpPr>
      <dsp:spPr>
        <a:xfrm>
          <a:off x="1998474" y="366558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Present / Absent</a:t>
          </a:r>
          <a:endParaRPr lang="en-IN" sz="1200" kern="1200" dirty="0"/>
        </a:p>
      </dsp:txBody>
      <dsp:txXfrm>
        <a:off x="2022110" y="3689225"/>
        <a:ext cx="1223561" cy="759707"/>
      </dsp:txXfrm>
    </dsp:sp>
    <dsp:sp modelId="{DA56EE8F-9489-4F2B-89F2-95A83E3A6C4F}">
      <dsp:nvSpPr>
        <dsp:cNvPr id="0" name=""/>
        <dsp:cNvSpPr/>
      </dsp:nvSpPr>
      <dsp:spPr>
        <a:xfrm>
          <a:off x="3410511" y="235486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ED6BA-4C25-4132-ACD4-2E056FBD20FD}">
      <dsp:nvSpPr>
        <dsp:cNvPr id="0" name=""/>
        <dsp:cNvSpPr/>
      </dsp:nvSpPr>
      <dsp:spPr>
        <a:xfrm>
          <a:off x="3551715" y="248900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Edit</a:t>
          </a:r>
        </a:p>
      </dsp:txBody>
      <dsp:txXfrm>
        <a:off x="3575351" y="2512645"/>
        <a:ext cx="1223561" cy="759707"/>
      </dsp:txXfrm>
    </dsp:sp>
    <dsp:sp modelId="{1EA7DF43-98BC-409B-A17F-59CDB6C21D62}">
      <dsp:nvSpPr>
        <dsp:cNvPr id="0" name=""/>
        <dsp:cNvSpPr/>
      </dsp:nvSpPr>
      <dsp:spPr>
        <a:xfrm>
          <a:off x="4963752" y="235486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CD27F-47F7-4F1F-9A85-623357F969B5}">
      <dsp:nvSpPr>
        <dsp:cNvPr id="0" name=""/>
        <dsp:cNvSpPr/>
      </dsp:nvSpPr>
      <dsp:spPr>
        <a:xfrm>
          <a:off x="5104956" y="248900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Logout</a:t>
          </a:r>
          <a:endParaRPr lang="en-IN" sz="1200" kern="1200" dirty="0"/>
        </a:p>
      </dsp:txBody>
      <dsp:txXfrm>
        <a:off x="5128592" y="2512645"/>
        <a:ext cx="1223561" cy="759707"/>
      </dsp:txXfrm>
    </dsp:sp>
    <dsp:sp modelId="{3D9CB4D4-530B-4BCF-9751-72CF5012387B}">
      <dsp:nvSpPr>
        <dsp:cNvPr id="0" name=""/>
        <dsp:cNvSpPr/>
      </dsp:nvSpPr>
      <dsp:spPr>
        <a:xfrm>
          <a:off x="6516993" y="117828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12E03-C153-411E-BB25-8BCEABFE7788}">
      <dsp:nvSpPr>
        <dsp:cNvPr id="0" name=""/>
        <dsp:cNvSpPr/>
      </dsp:nvSpPr>
      <dsp:spPr>
        <a:xfrm>
          <a:off x="6658196" y="131242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Show Subjects</a:t>
          </a:r>
        </a:p>
      </dsp:txBody>
      <dsp:txXfrm>
        <a:off x="6681832" y="1336065"/>
        <a:ext cx="1223561" cy="759707"/>
      </dsp:txXfrm>
    </dsp:sp>
    <dsp:sp modelId="{2EF46B48-C53C-48AD-9E87-9F29D3F9364C}">
      <dsp:nvSpPr>
        <dsp:cNvPr id="0" name=""/>
        <dsp:cNvSpPr/>
      </dsp:nvSpPr>
      <dsp:spPr>
        <a:xfrm>
          <a:off x="6516993" y="2354866"/>
          <a:ext cx="1270833" cy="806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2834E-B6CD-4A6A-8BAB-911918F80F0D}">
      <dsp:nvSpPr>
        <dsp:cNvPr id="0" name=""/>
        <dsp:cNvSpPr/>
      </dsp:nvSpPr>
      <dsp:spPr>
        <a:xfrm>
          <a:off x="6658196" y="2489009"/>
          <a:ext cx="1270833" cy="806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Show Date and Lecture Number wise Records</a:t>
          </a:r>
        </a:p>
      </dsp:txBody>
      <dsp:txXfrm>
        <a:off x="6681832" y="2512645"/>
        <a:ext cx="1223561" cy="759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9FC9998-1597-B545-89E9-AD10C58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14809810-DD13-03E2-AB53-43C791EE1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FDEED28C-F6A2-E7DC-13A3-0C3064425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445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F397B5F-FABA-0D88-02BB-4F8CCA44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E5200F3D-E6A0-1A01-0C94-4B7308CFD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3B9A5551-2068-F834-BC20-C662BA409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939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08E6C19-9D55-56A5-FF79-26A15F6D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A02AE3E5-A687-93A5-BF06-0161BB946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1ABD95FD-9D02-5836-BFC1-EAD071BDA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533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0347348-7018-75F8-6727-1436D956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723935A5-F80C-7F1F-9BFA-95D18B5BF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4B78D9EF-4D45-6443-1149-99BDBE37B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818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B3B647E-B677-715D-9465-DDFBC60A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AAC52560-C6A5-F5C7-ECFB-88DAC672A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D16424CB-25B2-C324-14A9-5916F576A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182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0D3D16B-EDCD-0856-370B-4019575B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227FE7E6-617C-664E-B307-0CAA66DA9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6A6F21B1-6795-9B8C-CC9E-282BE52F7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084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E312004-4BF1-F136-E6CE-1E40A21C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595A5E08-C5D2-25C3-78FE-7EEF20BE2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61B09F7D-8BA1-3A8A-9EA2-02BAC1C6A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331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775D947-71FC-E0C0-05BC-D1CC8233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C6DEF5A3-F630-45B0-C9F9-540F78114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339A4450-2541-4761-6DF8-979BC7A13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610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6C1E3F3F-3DEE-9E10-1D01-E0D0C946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FD2B831A-F598-712F-49E1-0806E8733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DE056FA7-1883-25DB-4CB1-38BB3DE07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079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C3998B-CCCB-D22D-667B-DB3C895A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98AB1248-6207-4911-F916-4A34565F2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FB46F96A-C292-A7DD-DCB2-A49FD3982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428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8B971DB2-894F-3E64-DDCA-DA5EEA7E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756E228-D813-673C-07E2-060561879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70612EAE-F457-5F24-F956-3CB011FDF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580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B77366C-3143-2CB8-C231-3311B0D5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772E11C9-F41A-5A78-9849-997F5C8BE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7AE2D2DE-E23C-7241-6DE9-D05BCD931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414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FFAAF25-D60A-4AD1-68B8-25EDD45F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13826238-C2AC-9ABA-3B94-961036495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4220788A-82B0-E32A-C009-1D22224C8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332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7CF1AE5-2F1A-1C0D-08BE-E423C7D4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F445D881-7C14-2B32-B5FE-4AA2CC07F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C851CEB7-872B-696A-EED5-B3C7743E2E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773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30A32C2-45C0-AF1A-9EDC-E16A5DC0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78528525-EE7D-2109-BCCB-E1BAA7250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3F8958B5-A732-E11B-E42B-55903BC91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849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178E2AD-2828-C9C1-4DFB-CDFAE56F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356939F4-5E06-0D9E-E066-57DE03952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DA9434CC-6C6C-548C-1FE2-AC0F5944D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071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D877741-C3CA-E465-240F-679F829D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8E47BC3-2EB3-0177-BFF5-0529E7574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263DB5A6-0F61-0A8D-2F4F-00D89891B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482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164EE874-0CB4-9F4A-AD10-3CB6D5B0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6D0F24DB-F06D-90A9-9DD6-C702A5E1E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6BEB1BF7-693E-6CF8-CD02-A09F3F0FB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530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A342822-2F45-15CB-9DDF-20B0895C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6956907F-C219-7F2B-33C8-A7CE54DCD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846D65B1-E62C-6419-8E79-832BA327E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2090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D127F49-B844-4F87-F69D-B508BD75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E7AC17E-B099-813E-312D-22AA9E9E2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EE2E63B1-6852-3690-666F-E943938A3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807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D5A685B-7921-2AB3-2F3A-8E581BB9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56859C0A-C86B-8D47-39D4-61621B67F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B542C6C6-53E5-B824-E491-B885F7E01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6690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7472135-1C10-3401-8547-8A47E0BB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04564015-853E-7E89-FCFD-F9B74A7D9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89F18880-EC94-2F31-C106-38B1C219F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192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69FDA67-04D6-5D02-40A6-4CBC59261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A91DCC1E-6E4D-AFC5-D74E-AD1B41011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3E6649E6-FB91-4672-55F4-43796F123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534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3175" y="6492874"/>
            <a:ext cx="12188700" cy="3651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-1905" y="6424595"/>
            <a:ext cx="12207300" cy="91500"/>
          </a:xfrm>
          <a:prstGeom prst="rect">
            <a:avLst/>
          </a:prstGeom>
          <a:solidFill>
            <a:srgbClr val="FCB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4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2000" cy="491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body" idx="1"/>
          </p:nvPr>
        </p:nvSpPr>
        <p:spPr>
          <a:xfrm rot="5400000">
            <a:off x="4114830" y="-1171816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png"/><Relationship Id="rId9" Type="http://schemas.microsoft.com/office/2007/relationships/diagramDrawing" Target="../diagrams/drawing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3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3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3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3.jp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3.jp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.jp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.jp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jisrt.com/assets/upload/files/IJISRT25APR723.pdf" TargetMode="External"/><Relationship Id="rId5" Type="http://schemas.openxmlformats.org/officeDocument/2006/relationships/hyperlink" Target="https://www.irjet.net/archives/V11/i4/IRJET-V11I4235.pdf" TargetMode="Externa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0" y="787255"/>
            <a:ext cx="12192000" cy="957600"/>
          </a:xfrm>
          <a:prstGeom prst="rect">
            <a:avLst/>
          </a:prstGeom>
          <a:solidFill>
            <a:srgbClr val="FCBD0D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-34840" y="927268"/>
            <a:ext cx="12138600" cy="69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“Smart Attendance Application”</a:t>
            </a:r>
            <a:endParaRPr dirty="0"/>
          </a:p>
        </p:txBody>
      </p:sp>
      <p:sp>
        <p:nvSpPr>
          <p:cNvPr id="130" name="Google Shape;130;p13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11688616" y="6564686"/>
            <a:ext cx="468000" cy="2739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CC3CB9-8758-9F33-863E-ED7BB4184AF7}"/>
              </a:ext>
            </a:extLst>
          </p:cNvPr>
          <p:cNvGrpSpPr/>
          <p:nvPr/>
        </p:nvGrpSpPr>
        <p:grpSpPr>
          <a:xfrm>
            <a:off x="4011000" y="4018260"/>
            <a:ext cx="4170000" cy="1912472"/>
            <a:chOff x="456012" y="4217585"/>
            <a:chExt cx="4170000" cy="1912472"/>
          </a:xfrm>
        </p:grpSpPr>
        <p:sp>
          <p:nvSpPr>
            <p:cNvPr id="127" name="Google Shape;127;p13"/>
            <p:cNvSpPr/>
            <p:nvPr/>
          </p:nvSpPr>
          <p:spPr>
            <a:xfrm>
              <a:off x="1347162" y="4217585"/>
              <a:ext cx="2387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sng" strike="noStrike" cap="small" dirty="0">
                  <a:solidFill>
                    <a:srgbClr val="724108"/>
                  </a:solidFill>
                  <a:latin typeface="Arial"/>
                  <a:ea typeface="Arial"/>
                  <a:cs typeface="Arial"/>
                  <a:sym typeface="Arial"/>
                </a:rPr>
                <a:t>Presented By </a:t>
              </a:r>
              <a:endParaRPr dirty="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56012" y="5142157"/>
              <a:ext cx="4170000" cy="9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90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small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Jigar Chavda</a:t>
              </a: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AF364A2-2901-7FD3-1982-D0B9FC24B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87" y="2145636"/>
            <a:ext cx="1724025" cy="172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1202872" y="1172826"/>
            <a:ext cx="9786300" cy="5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/ Motivation</a:t>
            </a:r>
            <a:endParaRPr sz="1200" dirty="0"/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sym typeface="Arial"/>
              </a:rPr>
              <a:t>Objectives</a:t>
            </a:r>
            <a:endParaRPr sz="20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sym typeface="Arial"/>
              </a:rPr>
              <a:t>Literature Review</a:t>
            </a:r>
            <a:endParaRPr sz="20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sym typeface="Arial"/>
              </a:rPr>
              <a:t>System Design and Methodology</a:t>
            </a: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Implementation ( Technology Used )</a:t>
            </a: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sym typeface="Arial"/>
              </a:rPr>
              <a:t>Technical Challenges and Solutions</a:t>
            </a: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Testing &amp; Results</a:t>
            </a:r>
            <a:endParaRPr lang="en-US" sz="20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sym typeface="Arial"/>
              </a:rPr>
              <a:t>Conclusion</a:t>
            </a:r>
            <a:endParaRPr sz="1200" dirty="0"/>
          </a:p>
          <a:p>
            <a:pPr marL="285750" marR="0" lvl="2" indent="-2857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0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</a:pP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Noto Sans Symbols"/>
              <a:buNone/>
            </a:pP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  <p:sp>
        <p:nvSpPr>
          <p:cNvPr id="145" name="Google Shape;145;p14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u="non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pic>
        <p:nvPicPr>
          <p:cNvPr id="147" name="Google Shape;147;p14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1;p15">
            <a:extLst>
              <a:ext uri="{FF2B5EF4-FFF2-40B4-BE49-F238E27FC236}">
                <a16:creationId xmlns:a16="http://schemas.microsoft.com/office/drawing/2014/main" id="{92FC8B38-8066-07F9-3C97-5E524B0241B4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sp>
        <p:nvSpPr>
          <p:cNvPr id="157" name="Google Shape;157;p15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/ Motivation</a:t>
            </a:r>
            <a:endParaRPr dirty="0"/>
          </a:p>
        </p:txBody>
      </p:sp>
      <p:pic>
        <p:nvPicPr>
          <p:cNvPr id="159" name="Google Shape;159;p15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E28674-C8E5-04FE-32E6-D009B4574A57}"/>
              </a:ext>
            </a:extLst>
          </p:cNvPr>
          <p:cNvSpPr txBox="1"/>
          <p:nvPr/>
        </p:nvSpPr>
        <p:spPr>
          <a:xfrm>
            <a:off x="1240928" y="1534712"/>
            <a:ext cx="98842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The Problem: Traditional attendance is slow, prone to errors, and lacks real-time reporting. Managing faculty, subjects, and student data manually is a significant administrative burden.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The Solution: A centralized Android application that bridges the gap between administrative management (Subjects/Faculty) and classroom execution (Live Face Recognition).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F2629D8-3444-AE3E-C41A-E601F79A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6CD07CEA-0A30-8BF4-B265-2D65652313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80A5B289-367F-B2D6-CBE0-4EE57A05F7DF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6079FC2E-131D-2526-5622-A84CA38039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B42DDE6A-FFE2-1E14-AEE2-422EDD2915C4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6B67424C-1ADF-6D5A-C829-B57604EB51E0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8C55B8C5-8030-6A84-EF41-5E746A80E2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8C7CAB35-A369-CD9C-0E8B-AFF323DAC0BC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A9E6C-97B3-82DC-995D-C65F7CE7B9C1}"/>
              </a:ext>
            </a:extLst>
          </p:cNvPr>
          <p:cNvSpPr txBox="1"/>
          <p:nvPr/>
        </p:nvSpPr>
        <p:spPr>
          <a:xfrm>
            <a:off x="1240928" y="1534712"/>
            <a:ext cx="98842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To provide a multi-role system (Admin, Faculty, Student) for academic governance.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To implement a high-speed, local Face Recognition engine for attendance.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To enable bulk data handling via CSV for scaling to large institutions.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342900" indent="-342900"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To maintain real-time synchronization of attendance records.</a:t>
            </a:r>
          </a:p>
        </p:txBody>
      </p:sp>
    </p:spTree>
    <p:extLst>
      <p:ext uri="{BB962C8B-B14F-4D97-AF65-F5344CB8AC3E}">
        <p14:creationId xmlns:p14="http://schemas.microsoft.com/office/powerpoint/2010/main" val="197256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8A9D8E3-85CD-D870-252B-386B7F26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429C6549-3FDA-7B03-6A65-B341A1A346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8E568548-3E5E-FD63-3950-EDD1A9563565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5E7A161D-8E83-066D-EECF-3956931672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89939427-B3C6-571A-E385-23E07042E49F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59C2EB5A-3966-25B4-042E-F6CF3DEDBF98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Literature Review</a:t>
            </a: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0E370A67-2273-5600-A5CD-3C00D4AA7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FE70B301-A32B-2E20-D6B9-57DB650428E0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41717-2A46-CB0F-4F6B-2555CE5F5C78}"/>
              </a:ext>
            </a:extLst>
          </p:cNvPr>
          <p:cNvSpPr txBox="1"/>
          <p:nvPr/>
        </p:nvSpPr>
        <p:spPr>
          <a:xfrm>
            <a:off x="1240928" y="1534712"/>
            <a:ext cx="98842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cap="small" dirty="0" err="1">
                <a:solidFill>
                  <a:schemeClr val="dk1"/>
                </a:solidFill>
              </a:rPr>
              <a:t>MobileFaceNet</a:t>
            </a:r>
            <a:r>
              <a:rPr lang="en-US" sz="2000" cap="small" dirty="0">
                <a:solidFill>
                  <a:schemeClr val="dk1"/>
                </a:solidFill>
              </a:rPr>
              <a:t>: Chosen for its small footprint (approx. 4MB) and high accuracy on ARM-based mobile processors compared to standard </a:t>
            </a:r>
            <a:r>
              <a:rPr lang="en-US" sz="2000" cap="small" dirty="0" err="1">
                <a:solidFill>
                  <a:schemeClr val="dk1"/>
                </a:solidFill>
              </a:rPr>
              <a:t>FaceNet</a:t>
            </a:r>
            <a:r>
              <a:rPr lang="en-US" sz="2000" cap="small" dirty="0">
                <a:solidFill>
                  <a:schemeClr val="dk1"/>
                </a:solidFill>
              </a:rPr>
              <a:t>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SQLite for Local ERP: Utilizing a local relational database to ensure the app works offline in areas with poor campus Wi-Fi.</a:t>
            </a:r>
          </a:p>
          <a:p>
            <a:pPr>
              <a:buClr>
                <a:srgbClr val="1F394D"/>
              </a:buClr>
              <a:buSzPts val="2400"/>
            </a:pPr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CameraX API: Used for lifecycle-aware camera handling, reducing memory leaks during long scanning sessions.</a:t>
            </a:r>
            <a:endParaRPr lang="en-IN" sz="2000" cap="small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975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>
          <a:extLst>
            <a:ext uri="{FF2B5EF4-FFF2-40B4-BE49-F238E27FC236}">
              <a16:creationId xmlns:a16="http://schemas.microsoft.com/office/drawing/2014/main" id="{BA132E4D-9BE4-5CAC-A37C-18D17810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4DF84412-5A01-601A-10A4-46FCD4E5C8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00C9A80A-FAF6-242E-4EA8-93D8F3BB1CE4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6AE57728-6E41-6895-D7F2-D419982FB5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9FEDCC6B-AC30-066C-B095-38E9CAE832C1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D151823A-EA11-CB7D-94C0-6F33A7F79DAB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Design and Methodology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42FE8224-3F69-05B8-4D80-3061AA0219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E1D5782C-5F9A-7FDE-2393-12E825159FC2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C0AE6-7E8F-6BA2-1DA8-ED3EFF5D05EE}"/>
              </a:ext>
            </a:extLst>
          </p:cNvPr>
          <p:cNvSpPr txBox="1"/>
          <p:nvPr/>
        </p:nvSpPr>
        <p:spPr>
          <a:xfrm>
            <a:off x="1134799" y="1823294"/>
            <a:ext cx="99222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cap="small" dirty="0">
                <a:solidFill>
                  <a:schemeClr val="dk1"/>
                </a:solidFill>
              </a:rPr>
              <a:t>Database Schema: Explain the relationships between Faculty, Subject, Class, and </a:t>
            </a:r>
            <a:r>
              <a:rPr lang="en-IN" sz="2000" cap="small" dirty="0" err="1">
                <a:solidFill>
                  <a:schemeClr val="dk1"/>
                </a:solidFill>
              </a:rPr>
              <a:t>Attendance_Records</a:t>
            </a:r>
            <a:r>
              <a:rPr lang="en-IN" sz="2000" cap="small" dirty="0">
                <a:solidFill>
                  <a:schemeClr val="dk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cap="small" dirty="0">
              <a:solidFill>
                <a:schemeClr val="dk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cap="small" dirty="0">
                <a:solidFill>
                  <a:schemeClr val="dk1"/>
                </a:solidFill>
              </a:rPr>
              <a:t>Algorithm: Explain L2 Distance (Euclidean distance) used to compare the live face vector against the database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cap="small" dirty="0">
              <a:solidFill>
                <a:schemeClr val="dk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cap="small" dirty="0">
                <a:solidFill>
                  <a:schemeClr val="dk1"/>
                </a:solidFill>
              </a:rPr>
              <a:t>Optimization: Mention disabling XNNPACK to ensure model stability across different Android versions.</a:t>
            </a:r>
          </a:p>
        </p:txBody>
      </p:sp>
    </p:spTree>
    <p:extLst>
      <p:ext uri="{BB962C8B-B14F-4D97-AF65-F5344CB8AC3E}">
        <p14:creationId xmlns:p14="http://schemas.microsoft.com/office/powerpoint/2010/main" val="403178251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F2632A0-9CE6-8A53-773D-D9D92E02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6E1EB8FB-22C7-88D5-DAD6-BA8D631048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6663455C-B0DC-477A-69B2-FB89C9A97513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67F01B5E-B585-520E-67C7-42F0A72CB6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0D88B908-8AE9-E839-32C0-C43570EBC1C7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709C714B-09B7-E37C-D8A3-B5EFF4412F62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Implementation ( Technology Used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2609977C-2047-CC40-4CA2-74010E3732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8644D0E1-3D62-8931-29C0-F2C086631BF7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6A6833-7D8D-CF0F-AB02-41D32F5ADD12}"/>
              </a:ext>
            </a:extLst>
          </p:cNvPr>
          <p:cNvSpPr txBox="1"/>
          <p:nvPr/>
        </p:nvSpPr>
        <p:spPr>
          <a:xfrm>
            <a:off x="1240928" y="1534712"/>
            <a:ext cx="98842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Frontend: XML (Material Design), Activity &amp; Fragment lifecycle.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Backend Logic: Java 8.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AI Engine: TensorFlow Lite, Google ML Kit.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Database: SQLite (</a:t>
            </a:r>
            <a:r>
              <a:rPr lang="en-US" sz="2000" cap="small" dirty="0" err="1">
                <a:solidFill>
                  <a:schemeClr val="dk1"/>
                </a:solidFill>
              </a:rPr>
              <a:t>OpenHelper</a:t>
            </a:r>
            <a:r>
              <a:rPr lang="en-US" sz="2000" cap="small" dirty="0">
                <a:solidFill>
                  <a:schemeClr val="dk1"/>
                </a:solidFill>
              </a:rPr>
              <a:t>).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Permissions: Runtime Camera and Storage permissions handling.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Utilities: </a:t>
            </a:r>
            <a:r>
              <a:rPr lang="en-US" sz="2000" cap="small" dirty="0" err="1">
                <a:solidFill>
                  <a:schemeClr val="dk1"/>
                </a:solidFill>
              </a:rPr>
              <a:t>OpenCSV</a:t>
            </a:r>
            <a:r>
              <a:rPr lang="en-US" sz="2000" cap="small" dirty="0">
                <a:solidFill>
                  <a:schemeClr val="dk1"/>
                </a:solidFill>
              </a:rPr>
              <a:t> for file processing.</a:t>
            </a:r>
          </a:p>
        </p:txBody>
      </p:sp>
    </p:spTree>
    <p:extLst>
      <p:ext uri="{BB962C8B-B14F-4D97-AF65-F5344CB8AC3E}">
        <p14:creationId xmlns:p14="http://schemas.microsoft.com/office/powerpoint/2010/main" val="3865243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8D9F323-9757-F811-1A23-4C38F9EF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FF172DD2-26E5-1632-6EB8-E84E51CFBF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33A00798-C6C2-A12B-57EF-E9CA2DF3BBC7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CCAB11C5-5305-B967-FB4E-6CEC1E913D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CB7AB0FA-A79B-C02F-6F33-2BC5FFC42786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0AE7701B-DED5-9E56-049E-8BD2A619BB09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Implementation ( Technology Used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90AE9A46-F9CC-4EC4-146B-FB70DA1182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3D2CE6E4-5FF3-5354-74F5-71324B4EB990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D7468-3544-FD8E-EAFC-184CB5D2AEA4}"/>
              </a:ext>
            </a:extLst>
          </p:cNvPr>
          <p:cNvSpPr txBox="1"/>
          <p:nvPr/>
        </p:nvSpPr>
        <p:spPr>
          <a:xfrm>
            <a:off x="1202872" y="1525250"/>
            <a:ext cx="489312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cap="small" dirty="0">
                <a:solidFill>
                  <a:schemeClr val="dk1"/>
                </a:solidFill>
              </a:rPr>
              <a:t>1. </a:t>
            </a:r>
            <a:r>
              <a:rPr lang="en-IN" sz="1800" cap="small" dirty="0">
                <a:solidFill>
                  <a:schemeClr val="dk1"/>
                </a:solidFill>
              </a:rPr>
              <a:t>Development Environment</a:t>
            </a:r>
            <a:endParaRPr lang="en-IN" sz="1600" cap="small" dirty="0">
              <a:solidFill>
                <a:schemeClr val="dk1"/>
              </a:solidFill>
            </a:endParaRP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IDE: Android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Language: Java (JDK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Build System: Gradle (Android Gradle Plugin: 8.13.2)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Minimum SDK: API 24 (Android 7.0)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Target SDK: API 35 (Android 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Compile SDK: API 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FE6B3-AF19-2332-A1B8-E4F0ADAF5211}"/>
              </a:ext>
            </a:extLst>
          </p:cNvPr>
          <p:cNvSpPr txBox="1"/>
          <p:nvPr/>
        </p:nvSpPr>
        <p:spPr>
          <a:xfrm>
            <a:off x="6096000" y="1525249"/>
            <a:ext cx="48931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cap="small" dirty="0">
                <a:solidFill>
                  <a:schemeClr val="dk1"/>
                </a:solidFill>
              </a:rPr>
              <a:t>2. </a:t>
            </a:r>
            <a:r>
              <a:rPr lang="en-IN" sz="1800" cap="small" dirty="0">
                <a:solidFill>
                  <a:schemeClr val="dk1"/>
                </a:solidFill>
              </a:rPr>
              <a:t>Artificial Intelligence &amp; Machine Learning</a:t>
            </a:r>
            <a:endParaRPr lang="en-IN" sz="1600" cap="small" dirty="0">
              <a:solidFill>
                <a:schemeClr val="dk1"/>
              </a:solidFill>
            </a:endParaRP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Face Detection: Google ML Kit Face Detection (v16.1.7)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Deep Learning Engine: TensorFlow Lite (v2.16.1)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 err="1">
                <a:solidFill>
                  <a:schemeClr val="dk1"/>
                </a:solidFill>
              </a:rPr>
              <a:t>TFLite</a:t>
            </a:r>
            <a:r>
              <a:rPr lang="en-IN" sz="1600" cap="small" dirty="0">
                <a:solidFill>
                  <a:schemeClr val="dk1"/>
                </a:solidFill>
              </a:rPr>
              <a:t> Support Library: TensorFlow Lite Support (v0.4.4)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Face Recognition Model: </a:t>
            </a:r>
            <a:r>
              <a:rPr lang="en-IN" sz="1600" cap="small" dirty="0" err="1">
                <a:solidFill>
                  <a:schemeClr val="dk1"/>
                </a:solidFill>
              </a:rPr>
              <a:t>MobileFaceNet</a:t>
            </a:r>
            <a:r>
              <a:rPr lang="en-IN" sz="1600" cap="small" dirty="0">
                <a:solidFill>
                  <a:schemeClr val="dk1"/>
                </a:solidFill>
              </a:rPr>
              <a:t> (Quantized </a:t>
            </a:r>
            <a:r>
              <a:rPr lang="en-IN" sz="1600" cap="small" dirty="0" err="1">
                <a:solidFill>
                  <a:schemeClr val="dk1"/>
                </a:solidFill>
              </a:rPr>
              <a:t>TFLite</a:t>
            </a:r>
            <a:r>
              <a:rPr lang="en-IN" sz="1600" cap="small" dirty="0">
                <a:solidFill>
                  <a:schemeClr val="dk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035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5194346-B868-1FC8-C63B-6326F387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5CACD87F-DC4A-46C6-4EB8-626C46CD97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BF3BE4F5-E39C-F252-9823-59C8D1A35518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54DCCF0-70F4-16E2-AE7E-BEADA99595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9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916625A0-3A98-ED4E-DD15-4B194BD14EA2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E4948FD7-C740-143C-8345-B675C8FD9E3D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Implementation ( Technology Used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D446929D-786D-1AAA-7754-C8CF55BCE4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98EC80DF-239B-96C6-11D5-11AA80652B69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6B746-7690-ACA8-7DD8-EA83A9EC540C}"/>
              </a:ext>
            </a:extLst>
          </p:cNvPr>
          <p:cNvSpPr txBox="1"/>
          <p:nvPr/>
        </p:nvSpPr>
        <p:spPr>
          <a:xfrm>
            <a:off x="1202872" y="1525250"/>
            <a:ext cx="48931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cap="small" dirty="0">
                <a:solidFill>
                  <a:schemeClr val="dk1"/>
                </a:solidFill>
              </a:rPr>
              <a:t>3. </a:t>
            </a:r>
            <a:r>
              <a:rPr lang="en-IN" sz="1800" cap="small" dirty="0">
                <a:solidFill>
                  <a:schemeClr val="dk1"/>
                </a:solidFill>
              </a:rPr>
              <a:t>Camera &amp; Image Processing</a:t>
            </a:r>
            <a:endParaRPr lang="en-IN" sz="1600" cap="small" dirty="0">
              <a:solidFill>
                <a:schemeClr val="dk1"/>
              </a:solidFill>
            </a:endParaRP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Camera Framework: Android CameraX (v1.4.1)</a:t>
            </a: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cap="small" dirty="0">
                <a:solidFill>
                  <a:schemeClr val="dk1"/>
                </a:solidFill>
              </a:rPr>
              <a:t>camera-core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cap="small" dirty="0">
                <a:solidFill>
                  <a:schemeClr val="dk1"/>
                </a:solidFill>
              </a:rPr>
              <a:t>camera-camera2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cap="small" dirty="0">
                <a:solidFill>
                  <a:schemeClr val="dk1"/>
                </a:solidFill>
              </a:rPr>
              <a:t>camera-lifecycle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cap="small" dirty="0">
                <a:solidFill>
                  <a:schemeClr val="dk1"/>
                </a:solidFill>
              </a:rPr>
              <a:t>camera-view</a:t>
            </a: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Image Handling: Bitmap manipulation with Android Graphics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2E3CC-6798-A275-BF45-D883E9FE9A59}"/>
              </a:ext>
            </a:extLst>
          </p:cNvPr>
          <p:cNvSpPr txBox="1"/>
          <p:nvPr/>
        </p:nvSpPr>
        <p:spPr>
          <a:xfrm>
            <a:off x="6096000" y="1525249"/>
            <a:ext cx="489312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cap="small" dirty="0">
                <a:solidFill>
                  <a:schemeClr val="dk1"/>
                </a:solidFill>
              </a:rPr>
              <a:t>4. </a:t>
            </a:r>
            <a:r>
              <a:rPr lang="en-IN" sz="1800" cap="small" dirty="0">
                <a:solidFill>
                  <a:schemeClr val="dk1"/>
                </a:solidFill>
              </a:rPr>
              <a:t>UI &amp; Core Android Components</a:t>
            </a:r>
          </a:p>
          <a:p>
            <a:endParaRPr lang="en-IN" sz="18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Material Design: Google Material Components (v1.12.0)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App Compat: </a:t>
            </a:r>
            <a:r>
              <a:rPr lang="en-IN" sz="1600" cap="small" dirty="0" err="1">
                <a:solidFill>
                  <a:schemeClr val="dk1"/>
                </a:solidFill>
              </a:rPr>
              <a:t>AndroidX</a:t>
            </a:r>
            <a:r>
              <a:rPr lang="en-IN" sz="1600" cap="small" dirty="0">
                <a:solidFill>
                  <a:schemeClr val="dk1"/>
                </a:solidFill>
              </a:rPr>
              <a:t> </a:t>
            </a:r>
            <a:r>
              <a:rPr lang="en-IN" sz="1600" cap="small" dirty="0" err="1">
                <a:solidFill>
                  <a:schemeClr val="dk1"/>
                </a:solidFill>
              </a:rPr>
              <a:t>AppCompat</a:t>
            </a:r>
            <a:r>
              <a:rPr lang="en-IN" sz="1600" cap="small" dirty="0">
                <a:solidFill>
                  <a:schemeClr val="dk1"/>
                </a:solidFill>
              </a:rPr>
              <a:t> (v1.7.0)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Activity: </a:t>
            </a:r>
            <a:r>
              <a:rPr lang="en-IN" sz="1600" cap="small" dirty="0" err="1">
                <a:solidFill>
                  <a:schemeClr val="dk1"/>
                </a:solidFill>
              </a:rPr>
              <a:t>AndroidX</a:t>
            </a:r>
            <a:r>
              <a:rPr lang="en-IN" sz="1600" cap="small" dirty="0">
                <a:solidFill>
                  <a:schemeClr val="dk1"/>
                </a:solidFill>
              </a:rPr>
              <a:t> Activity (v1.9.3)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Constraint Layout: </a:t>
            </a:r>
            <a:r>
              <a:rPr lang="en-IN" sz="1600" cap="small" dirty="0" err="1">
                <a:solidFill>
                  <a:schemeClr val="dk1"/>
                </a:solidFill>
              </a:rPr>
              <a:t>AndroidX</a:t>
            </a:r>
            <a:r>
              <a:rPr lang="en-IN" sz="1600" cap="small" dirty="0">
                <a:solidFill>
                  <a:schemeClr val="dk1"/>
                </a:solidFill>
              </a:rPr>
              <a:t> </a:t>
            </a:r>
            <a:r>
              <a:rPr lang="en-IN" sz="1600" cap="small" dirty="0" err="1">
                <a:solidFill>
                  <a:schemeClr val="dk1"/>
                </a:solidFill>
              </a:rPr>
              <a:t>ConstraintLayout</a:t>
            </a:r>
            <a:r>
              <a:rPr lang="en-IN" sz="1600" cap="small" dirty="0">
                <a:solidFill>
                  <a:schemeClr val="dk1"/>
                </a:solidFill>
              </a:rPr>
              <a:t> (v2.2.0)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Recycler View: </a:t>
            </a:r>
            <a:r>
              <a:rPr lang="en-IN" sz="1600" cap="small" dirty="0" err="1">
                <a:solidFill>
                  <a:schemeClr val="dk1"/>
                </a:solidFill>
              </a:rPr>
              <a:t>AndroidX</a:t>
            </a:r>
            <a:r>
              <a:rPr lang="en-IN" sz="1600" cap="small" dirty="0">
                <a:solidFill>
                  <a:schemeClr val="dk1"/>
                </a:solidFill>
              </a:rPr>
              <a:t> </a:t>
            </a:r>
            <a:r>
              <a:rPr lang="en-IN" sz="1600" cap="small" dirty="0" err="1">
                <a:solidFill>
                  <a:schemeClr val="dk1"/>
                </a:solidFill>
              </a:rPr>
              <a:t>RecyclerView</a:t>
            </a:r>
            <a:r>
              <a:rPr lang="en-IN" sz="1600" cap="small" dirty="0">
                <a:solidFill>
                  <a:schemeClr val="dk1"/>
                </a:solidFill>
              </a:rPr>
              <a:t> (v1.3.2)</a:t>
            </a:r>
          </a:p>
        </p:txBody>
      </p:sp>
    </p:spTree>
    <p:extLst>
      <p:ext uri="{BB962C8B-B14F-4D97-AF65-F5344CB8AC3E}">
        <p14:creationId xmlns:p14="http://schemas.microsoft.com/office/powerpoint/2010/main" val="1744787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AE27DDA-617F-8A00-DAFA-E569543B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60829825-E623-9EC7-ABA7-760EC03B42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AE4B60FD-C08B-39F1-36E6-113F11AD8C64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206D1855-207E-7A7D-C826-A7B76B895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10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3D8B1623-94AE-4328-143D-3849EE1312DB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6E094F3B-564B-13C4-9A63-B5219A568E5A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Implementation ( Technology Used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32F8F1B6-12A1-DB2C-51DC-776735FD71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8160D6EF-D40D-F045-AFE1-1F44C60D5D6F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6613D-D6DE-07C4-B214-237D3BB38C8A}"/>
              </a:ext>
            </a:extLst>
          </p:cNvPr>
          <p:cNvSpPr txBox="1"/>
          <p:nvPr/>
        </p:nvSpPr>
        <p:spPr>
          <a:xfrm>
            <a:off x="1202872" y="1525250"/>
            <a:ext cx="48931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cap="small" dirty="0">
                <a:solidFill>
                  <a:schemeClr val="dk1"/>
                </a:solidFill>
              </a:rPr>
              <a:t>5</a:t>
            </a:r>
            <a:r>
              <a:rPr lang="en-IN" sz="1800" cap="small" dirty="0">
                <a:solidFill>
                  <a:schemeClr val="dk1"/>
                </a:solidFill>
              </a:rPr>
              <a:t>. Database &amp; Utilities</a:t>
            </a:r>
          </a:p>
          <a:p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Local Database: SQLite (via </a:t>
            </a:r>
            <a:r>
              <a:rPr lang="en-IN" sz="1600" cap="small" dirty="0" err="1">
                <a:solidFill>
                  <a:schemeClr val="dk1"/>
                </a:solidFill>
              </a:rPr>
              <a:t>SQLiteOpenHelper</a:t>
            </a:r>
            <a:r>
              <a:rPr lang="en-IN" sz="1600" cap="small" dirty="0">
                <a:solidFill>
                  <a:schemeClr val="dk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CSV Processing: </a:t>
            </a:r>
            <a:r>
              <a:rPr lang="en-IN" sz="1600" cap="small" dirty="0" err="1">
                <a:solidFill>
                  <a:schemeClr val="dk1"/>
                </a:solidFill>
              </a:rPr>
              <a:t>OpenCSV</a:t>
            </a:r>
            <a:r>
              <a:rPr lang="en-IN" sz="1600" cap="small" dirty="0">
                <a:solidFill>
                  <a:schemeClr val="dk1"/>
                </a:solidFill>
              </a:rPr>
              <a:t> (used for bulk student/faculty imports)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cap="small" dirty="0">
                <a:solidFill>
                  <a:schemeClr val="dk1"/>
                </a:solidFill>
              </a:rPr>
              <a:t>Notifications: Android </a:t>
            </a:r>
            <a:r>
              <a:rPr lang="en-IN" sz="1600" cap="small" dirty="0" err="1">
                <a:solidFill>
                  <a:schemeClr val="dk1"/>
                </a:solidFill>
              </a:rPr>
              <a:t>NotificationManager</a:t>
            </a:r>
            <a:r>
              <a:rPr lang="en-IN" sz="1600" cap="small" dirty="0">
                <a:solidFill>
                  <a:schemeClr val="dk1"/>
                </a:solidFill>
              </a:rPr>
              <a:t> API</a:t>
            </a:r>
            <a:endParaRPr lang="en-IN" cap="small" dirty="0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1681A-4A69-D034-0839-8EBFA9EC5BD4}"/>
              </a:ext>
            </a:extLst>
          </p:cNvPr>
          <p:cNvSpPr txBox="1"/>
          <p:nvPr/>
        </p:nvSpPr>
        <p:spPr>
          <a:xfrm>
            <a:off x="6096000" y="1525249"/>
            <a:ext cx="489312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cap="small" dirty="0">
                <a:solidFill>
                  <a:schemeClr val="dk1"/>
                </a:solidFill>
              </a:rPr>
              <a:t>6. </a:t>
            </a:r>
            <a:r>
              <a:rPr lang="en-US" sz="1800" cap="small" dirty="0">
                <a:solidFill>
                  <a:schemeClr val="dk1"/>
                </a:solidFill>
              </a:rPr>
              <a:t>Testing Tools</a:t>
            </a:r>
            <a:endParaRPr lang="en-US" sz="1600" cap="small" dirty="0">
              <a:solidFill>
                <a:schemeClr val="dk1"/>
              </a:solidFill>
            </a:endParaRPr>
          </a:p>
          <a:p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small" dirty="0">
                <a:solidFill>
                  <a:schemeClr val="dk1"/>
                </a:solidFill>
              </a:rPr>
              <a:t>Unit Testing: JUnit (v4.13.2)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small" dirty="0">
                <a:solidFill>
                  <a:schemeClr val="dk1"/>
                </a:solidFill>
              </a:rPr>
              <a:t>Android Testing: </a:t>
            </a:r>
            <a:r>
              <a:rPr lang="en-US" sz="1600" cap="small" dirty="0" err="1">
                <a:solidFill>
                  <a:schemeClr val="dk1"/>
                </a:solidFill>
              </a:rPr>
              <a:t>AndroidX</a:t>
            </a:r>
            <a:r>
              <a:rPr lang="en-US" sz="1600" cap="small" dirty="0">
                <a:solidFill>
                  <a:schemeClr val="dk1"/>
                </a:solidFill>
              </a:rPr>
              <a:t> JUnit Extension (v1.2.1)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small" dirty="0">
                <a:solidFill>
                  <a:schemeClr val="dk1"/>
                </a:solidFill>
              </a:rPr>
              <a:t>UI Testing: Espresso Core (v3.6.1)</a:t>
            </a:r>
            <a:endParaRPr lang="en-IN" sz="1200" cap="small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1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B377B6-94DA-D5C9-5152-766AC1EE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743F10D3-4AB1-2671-15B5-EFA660B624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CEEEC010-78B5-9790-8BAD-D91832472565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D3C03E59-7E1E-E4FD-E81D-5B7AF45583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11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F97694B4-4A1B-B782-44B5-25B7DEEBCEDB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6A0AD34D-E910-D43A-504C-5982D7E9E49E}"/>
              </a:ext>
            </a:extLst>
          </p:cNvPr>
          <p:cNvSpPr txBox="1"/>
          <p:nvPr/>
        </p:nvSpPr>
        <p:spPr>
          <a:xfrm>
            <a:off x="1202828" y="193445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Technical Challenges &amp; Solutions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4331F3C9-7FC3-3081-9AA5-71D6D42452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4FAD773F-6CE2-9F71-E03B-1B5B906F1392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E94E6D-2647-9E8C-79DA-3870597BD16B}"/>
              </a:ext>
            </a:extLst>
          </p:cNvPr>
          <p:cNvSpPr txBox="1"/>
          <p:nvPr/>
        </p:nvSpPr>
        <p:spPr>
          <a:xfrm>
            <a:off x="1240928" y="1534712"/>
            <a:ext cx="9884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Tensor Allocation Error: Fixed a "Shape Mismatch" (192 != 384) by disabling the XNNPACK delegate and explicitly managing batch sizes in the </a:t>
            </a:r>
            <a:r>
              <a:rPr lang="en-US" sz="2000" cap="small" dirty="0" err="1">
                <a:solidFill>
                  <a:schemeClr val="dk1"/>
                </a:solidFill>
              </a:rPr>
              <a:t>TFLite</a:t>
            </a:r>
            <a:r>
              <a:rPr lang="en-US" sz="2000" cap="small" dirty="0">
                <a:solidFill>
                  <a:schemeClr val="dk1"/>
                </a:solidFill>
              </a:rPr>
              <a:t> Interpreter.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Recognition Accuracy: Improved accuracy by: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6CEE4-6F15-F861-4EB3-3414C9753F01}"/>
              </a:ext>
            </a:extLst>
          </p:cNvPr>
          <p:cNvSpPr txBox="1"/>
          <p:nvPr/>
        </p:nvSpPr>
        <p:spPr>
          <a:xfrm>
            <a:off x="1593056" y="3329941"/>
            <a:ext cx="71889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Applying L2 Normalization on embeddings.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Rotating camera frames to match training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Optimizing the Distance Threshold (1.0 - 1.2) to distinguish between similar faces.</a:t>
            </a:r>
            <a:endParaRPr lang="en-US" sz="1800" cap="small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953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2FCA62B-6747-32C2-2766-5358DC42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95E76AF1-8AAE-CACA-DC5A-9DA0ECCF1C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7A4A54D6-8982-F40E-E492-211F0D997FEF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143FDE4-EE43-58EE-B30B-3B8F9218E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12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51B64056-7485-7B8A-446C-E213CB843DC7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1905D025-3A12-CC4D-E15C-801DE97ADDF3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System Workflow ( Admin )</a:t>
            </a: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0BA36801-C9FF-EE94-9057-7015C7AD1F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528B171A-FF4E-306D-DEF3-C4E7785CEE2C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F3D4116-2C01-B35A-AEFA-4DBF5E7B3B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973421"/>
              </p:ext>
            </p:extLst>
          </p:nvPr>
        </p:nvGraphicFramePr>
        <p:xfrm>
          <a:off x="139641" y="-333375"/>
          <a:ext cx="11912600" cy="683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59495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E2A485A-EF6B-1D92-D573-1C774C22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239B71CB-F3CE-A33D-A1D0-F539183670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789A2284-8308-38CD-380C-D7483A6E06B9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9070A94B-9D1C-5A9C-FC02-B24EACF5C4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13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5302D22A-5173-7905-4145-97B2DDBB4AC8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48119D40-E979-E12E-B3AA-467B5BF33BEA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System Workflow ( Faculty )</a:t>
            </a: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D81D50E1-8912-A5BF-05B0-C67AE0F65B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05969048-0151-F553-FDB3-E86DD1FDA67A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D1264A3-D26D-C9E2-0633-3039580F6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534471"/>
              </p:ext>
            </p:extLst>
          </p:nvPr>
        </p:nvGraphicFramePr>
        <p:xfrm>
          <a:off x="1202870" y="1174050"/>
          <a:ext cx="9786301" cy="447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63640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A966B04-DEDC-AF94-0A48-A0743629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DDD35FEA-BBB8-F931-36E6-0C754BABF6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2DAB1102-D31E-764E-F381-31F27F2E71C1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22BD8BAE-E9DC-7EF5-E214-C7C4BD563F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14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4E9D4D6D-FC20-B445-03EB-8C1032FE89C6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1818B5C1-3C65-D07B-2D11-F0C651D2F2E4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System Workflow ( Student )</a:t>
            </a: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CBA668BF-A4CB-6FB7-17D3-096001FC03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6D89CB80-536E-110D-E396-16578D71FD71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9F1BBF-142F-CC7B-7478-7E537793DF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27415"/>
              </p:ext>
            </p:extLst>
          </p:nvPr>
        </p:nvGraphicFramePr>
        <p:xfrm>
          <a:off x="1202870" y="1174050"/>
          <a:ext cx="9786301" cy="447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67381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4B5A3A8-E87F-2D1A-8A11-EAACED09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9AA19DE3-E63E-A3ED-A209-33276ECEDB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FC74E9CB-A610-CE0E-3402-722AE3F0719D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402D8CCB-8FFA-E5A8-3A23-A655F0768F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15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32295B70-A628-E2FC-3008-137FBD275378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CDCA3182-7F28-58BA-3CF9-6E50B2318C3A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DEF0483D-749D-74C4-7E79-3139E88CD0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C77E2D7E-AEE5-D382-BE6F-7FAD91FB4E91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1555A7-FE35-4992-A664-928C337CB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872" y="1270741"/>
            <a:ext cx="2259262" cy="4895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0C3BD-FA31-A8B4-387A-E1BFFA46A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863" y="1270741"/>
            <a:ext cx="2259265" cy="4895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CEC73E-A057-8F38-A4F7-DF0392ABD3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653" y="1270741"/>
            <a:ext cx="2259263" cy="4895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5460FA-A864-43E2-9329-9E309E4127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444" y="1270741"/>
            <a:ext cx="2259262" cy="489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09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F19C76D-4F5C-0E73-19CC-67D47297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DA6DB0AB-3110-2D36-E9CD-799A063464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2AEA24A1-06AB-028F-5489-88406A0DBDEF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23CF2CA-6630-7401-29DC-028253196C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16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30FF57F5-AA87-E1A6-0509-6C03DC6B618D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7CDFD389-7AA1-6F58-8D93-BD41A08FC427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BB403F78-76C7-F25C-0E12-E27E8647C8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BADC6941-2177-6A7D-7DE4-A72C3966F165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B8F86-C773-FF94-1C31-C3EE8D6FAA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1"/>
            <a:ext cx="2259261" cy="4895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4FAF83-3ADE-83B4-B5BD-3801842A19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1"/>
            <a:ext cx="2259262" cy="4895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DB419D-6433-562F-F198-B5F82B6792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1"/>
            <a:ext cx="2259262" cy="4895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F98B4F-4953-4EF9-C81F-90050444C9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1"/>
            <a:ext cx="2259261" cy="489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41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75E3E6B-ABAF-3904-4744-D3D7F0FB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3BAC5714-317E-7FD9-A0A7-C4ADB74109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EC5413D3-13B7-91AF-D9EE-2E9544B16D32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3FA9E1E2-92DB-7B3F-8C87-7114CB2F1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17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11AEA358-D4BE-4750-1A32-EBEC1349A0D2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6A629E73-7D5D-F4F4-5E33-D85D8437E9B1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81D4CCCC-3585-00E2-9AC5-71B9961484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6B6ACB8A-EBFD-B254-97CD-3B363A7DF4B2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48F6E-890A-719F-5328-4F349F5E9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2"/>
            <a:ext cx="2259261" cy="4895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341E83-E492-9568-B31D-E344A6C4CA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1"/>
            <a:ext cx="2259262" cy="4895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546C9C-B2F1-EC73-636B-981DC5A1C1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2"/>
            <a:ext cx="2259262" cy="48950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1CA472-3041-593D-7A0C-87999CE0E56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2"/>
            <a:ext cx="2259261" cy="489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5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3ABA4AA-6A78-C2DE-A8FA-1E8BEC3F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234229B2-9B18-2508-EB18-1FF4C9A3BD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D943C4AB-95F0-3CD5-B276-42EA00E1FCF8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7CE714CC-12C5-0CA1-F54B-8DAA59A6AA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18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924FF020-34C6-5EDD-C956-7FCDCC14E0FE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F0742F8A-88CA-3BFB-83E4-C745DBBA26AD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AEC6D7D2-640F-A2F2-5654-0B364D46E7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1310D46A-BEC4-AD36-95A5-605E50BB6A34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0AEE8-E102-459D-7A43-F64B596703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2"/>
            <a:ext cx="2259260" cy="4895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DF64F-6AD2-3336-8577-FBD60F765C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1"/>
            <a:ext cx="2259261" cy="4895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FE8D85-D5C2-4146-96E7-8E3DEC809C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2"/>
            <a:ext cx="2259261" cy="48950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B3F6E5-960D-054B-BB4A-6FB4CA5ACC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2"/>
            <a:ext cx="2259260" cy="489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23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64B55390-9A90-EB85-2D09-D72A8E41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8CD82104-755C-01FE-9F5F-EF0AD04A4C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29158009-070D-AD54-FD71-5503E5E3E0AE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F606875-9164-32E0-EF3B-C0BDFE84F0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19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F4C4E5D1-DD71-7816-5395-58470732D5E7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90F31ABD-49F3-D44A-9B09-46C9F1AD6A84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216893E3-43F8-F830-4E2C-2DB7DAAC66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92C216ED-C26A-B77B-D076-6552B28A4F3C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A8E5B-7E54-19B4-16A9-782A23C009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3"/>
            <a:ext cx="2259260" cy="4895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E7A49-36A4-3081-555E-463E194E03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2"/>
            <a:ext cx="2259261" cy="4895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32B7E6-44B2-4BB6-F450-458E9CC667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3"/>
            <a:ext cx="2259261" cy="4895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F13A7A-835D-CBA9-E26B-A9FC1BAFF7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3"/>
            <a:ext cx="2259260" cy="48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24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16B2627-2464-86D0-3F08-5B653544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855B4367-C7B3-3ADC-7218-F6A109C769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68155289-FCD6-4A85-9555-DD852F1C9CC1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7EA997C3-103A-A7C4-40A4-0482FD65DC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20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9240374D-34C1-8466-848C-99112559009F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3A379294-875C-E22C-9303-2BCFACDC0800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CAA80B65-349E-428D-D6C4-FAFC810AD9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46F89E52-9DCF-2039-4C14-842B22ECB991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4AD8D-02C2-0524-2D20-72C58FED38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6" y="1220655"/>
            <a:ext cx="2259260" cy="4895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A42569-1845-57EC-5031-68706A73DA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03448" y="1220655"/>
            <a:ext cx="2259259" cy="489506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E12E2A-2017-E554-B6ED-30EFFDC073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04019" y="1220653"/>
            <a:ext cx="2259261" cy="4895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242298-9AE2-40F5-8D66-FF7E5367173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29863" y="1220653"/>
            <a:ext cx="2259260" cy="489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69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6458A463-72FE-BA29-4AA5-A72BFE14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47412E41-5260-0D93-40CD-C923197590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BE2FEAD7-D611-16A4-2E5A-9CC6F3DB47AF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C59B1DD0-A030-1C70-EE67-711105B9E1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21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20AA925F-D261-A6C6-AE37-38D38AE5EC40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411B4346-E2DB-2BA3-80B5-07AA85F23B29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8C575E29-A9F6-E73A-DAD3-37A3DE0F2D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6E007D29-AC41-EB97-938B-86F182DA1769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78332-7622-9C28-BBFF-5B7DA9F5C7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3"/>
            <a:ext cx="2259259" cy="4895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FD28EB-5CE5-FFE7-94B2-8FC55632F3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2"/>
            <a:ext cx="2259260" cy="4895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CA0081-7C8A-306E-EF0E-CE61FF46B9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3"/>
            <a:ext cx="2259260" cy="4895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136935-B017-5EF9-6849-B77EEBE045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3"/>
            <a:ext cx="2259259" cy="48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62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3DA1EAD-DE17-B8E7-CF38-3D46CBF4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59410E84-22AE-DDC8-DA3E-935B6F28FA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B26185EC-2E60-CFB3-DA5F-B76D340F2468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27F02BF4-A174-3B5A-D6E0-25DC122275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22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8694A812-9AA2-EAE0-FB86-F98D55FF9EC6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C5DD6BFB-A4E7-CC7D-FF25-AB4903D59C17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9B4ACA6B-7539-5055-1EB3-161CAFFE42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F8599F11-18BF-5CEC-5A24-A4DF8046F077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0BC0D-C317-D299-5A97-BAB2931CB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4"/>
            <a:ext cx="2259259" cy="4895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53F5A-59D4-6D3E-BB20-205ECE4FF8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3"/>
            <a:ext cx="2259260" cy="4895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9780C2-9334-2DC6-B739-D8DC6BA7B4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4"/>
            <a:ext cx="2259260" cy="4895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F7371-70A2-86BB-46FF-8D142355D8F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4"/>
            <a:ext cx="2259259" cy="489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8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79648C5-D03F-F72B-65F9-1DC2F105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81D7FEE7-CB8B-C3CF-A48E-BA297D64F6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2C477E68-7A91-2D3B-3CED-F4D683B6D120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2F8BC8F7-B9C8-573F-4DE5-9966F6F0E3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23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21635282-F6A0-072C-1123-779B248647F1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F29242DB-8752-1F03-36D0-DCB9DB087E7C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E574EE66-901B-8D02-0010-14827C4FAE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78638787-9A4A-44AF-74B9-3C2C8803B6D1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583180-1275-14B9-48C5-021E332822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03450" y="1270745"/>
            <a:ext cx="2259258" cy="48950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5F8143-FC2C-0588-3EBF-8245AF075F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04022" y="1270745"/>
            <a:ext cx="2259258" cy="489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83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E2194E2-E74E-0EAC-815C-41AE468F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5AEEF883-88E4-17E4-DF3A-8D4A418870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61746FCE-4CE4-A091-ED26-9DFE092B17AF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09FA93D4-D00F-8FF5-B745-9C47714051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24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F43D85DF-BDC9-603F-5E0D-EE60F74CE187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DF83A441-6544-72FC-3D96-97BA5C2F508C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A2FDD3BE-C4E8-6C73-E482-CDDF2F5477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02099497-5777-0341-3837-39E9F00C3C9B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78CA5-B437-F4E4-4143-B5ABA4DC51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2872" y="1270744"/>
            <a:ext cx="2259258" cy="4895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A6987-8C3B-90FD-49F9-F354C50B6F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9864" y="1270743"/>
            <a:ext cx="2259259" cy="4895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DE2BB9-2381-9BF5-C778-20E0F6ED5E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6653" y="1270744"/>
            <a:ext cx="2259259" cy="4895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A73F2-BD72-B41A-BA09-14E10075D42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3444" y="1270744"/>
            <a:ext cx="2259258" cy="489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61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DC6BC41-B753-F9AC-6CC5-C4C45B77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FD2747E0-0F96-1785-B44E-B3DA38E51C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5D8D8B14-A320-9EA3-E357-A86366A94333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A6FB923A-910E-133F-3CA8-0AF6F85299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25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8DFBA0C5-FC95-D280-869A-48AFC34BEF00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BFF0472C-37BB-1C89-B566-C14482F06DE9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Implementation Demo ( Screenshots )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34ED0277-3C0E-E9D2-CD68-CA68465D4D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3B54841A-AF99-936D-3D23-79F58090DC70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D342B-E5F3-AF04-1387-A0A6C2950C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53891" y="1270746"/>
            <a:ext cx="2259258" cy="4895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0A79C0-D488-EF73-CCE2-6A70E8C47B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54463" y="1270746"/>
            <a:ext cx="2259258" cy="489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A2B31C-0D6B-2A19-87F0-33C4C666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>
            <a:extLst>
              <a:ext uri="{FF2B5EF4-FFF2-40B4-BE49-F238E27FC236}">
                <a16:creationId xmlns:a16="http://schemas.microsoft.com/office/drawing/2014/main" id="{04208F23-E7CB-EB32-8071-E51EA90AC3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2F725967-8FF8-9373-FD48-ADBE1402810C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A313FD16-2A34-9E2F-AB79-485590594A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26</a:t>
            </a:fld>
            <a:endParaRPr sz="1600"/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4FAF34D7-4C41-4072-2500-DB1C1CADA7A6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7798F833-87DC-1FF6-99B1-A3CE1FE9F521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4000" b="1" cap="small" dirty="0">
                <a:solidFill>
                  <a:schemeClr val="lt1"/>
                </a:solidFill>
              </a:rPr>
              <a:t>Conclusion</a:t>
            </a:r>
            <a:endParaRPr dirty="0"/>
          </a:p>
        </p:txBody>
      </p:sp>
      <p:pic>
        <p:nvPicPr>
          <p:cNvPr id="159" name="Google Shape;159;p15" descr="Logo, company name&#10;&#10;Description automatically generated">
            <a:extLst>
              <a:ext uri="{FF2B5EF4-FFF2-40B4-BE49-F238E27FC236}">
                <a16:creationId xmlns:a16="http://schemas.microsoft.com/office/drawing/2014/main" id="{9FBC3749-8CDA-E990-DE64-9A8646612E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2EC89F44-8B08-D430-89BA-9894EF76BDDE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0B954-BE1A-4EBA-ECEA-B0162B615049}"/>
              </a:ext>
            </a:extLst>
          </p:cNvPr>
          <p:cNvSpPr txBox="1"/>
          <p:nvPr/>
        </p:nvSpPr>
        <p:spPr>
          <a:xfrm>
            <a:off x="1240928" y="1534712"/>
            <a:ext cx="9884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Conclusion: The system successfully automates the attendance process with a high degree of accuracy and minimal manual intervention.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cap="small" dirty="0">
                <a:solidFill>
                  <a:schemeClr val="dk1"/>
                </a:solidFill>
              </a:rPr>
              <a:t>Future Work :</a:t>
            </a:r>
          </a:p>
          <a:p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cap="small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4F32F-EBC8-D66E-034F-80638D7FE4FA}"/>
              </a:ext>
            </a:extLst>
          </p:cNvPr>
          <p:cNvSpPr txBox="1"/>
          <p:nvPr/>
        </p:nvSpPr>
        <p:spPr>
          <a:xfrm>
            <a:off x="1545431" y="3039975"/>
            <a:ext cx="75890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Integration with a Cloud Backend (Firebase) for cross-device syncing.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Multi-face recognition (detecting multiple students in one frame).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Exporting attendance reports to Excel/PDF formats.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cap="small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cap="small" dirty="0">
                <a:solidFill>
                  <a:schemeClr val="dk1"/>
                </a:solidFill>
              </a:rPr>
              <a:t>Anti-spoofing (Liveness detection) to prevent recognition via photos.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44969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27</a:t>
            </a:fld>
            <a:endParaRPr sz="1600"/>
          </a:p>
        </p:txBody>
      </p:sp>
      <p:sp>
        <p:nvSpPr>
          <p:cNvPr id="181" name="Google Shape;181;p17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endParaRPr/>
          </a:p>
        </p:txBody>
      </p:sp>
      <p:pic>
        <p:nvPicPr>
          <p:cNvPr id="183" name="Google Shape;183;p17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1;p15">
            <a:extLst>
              <a:ext uri="{FF2B5EF4-FFF2-40B4-BE49-F238E27FC236}">
                <a16:creationId xmlns:a16="http://schemas.microsoft.com/office/drawing/2014/main" id="{B6A5BFAC-91A7-E025-66B7-1667C2CFE110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DA8AC-503F-F0C5-43BA-D29C3D791E84}"/>
              </a:ext>
            </a:extLst>
          </p:cNvPr>
          <p:cNvSpPr txBox="1"/>
          <p:nvPr/>
        </p:nvSpPr>
        <p:spPr>
          <a:xfrm>
            <a:off x="1240928" y="1534712"/>
            <a:ext cx="988422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cap="small" dirty="0">
                <a:solidFill>
                  <a:schemeClr val="dk1"/>
                </a:solidFill>
              </a:rPr>
              <a:t>Research paper 2024 : </a:t>
            </a:r>
            <a:r>
              <a:rPr lang="en-US" sz="1800" dirty="0">
                <a:solidFill>
                  <a:schemeClr val="dk1"/>
                </a:solidFill>
              </a:rPr>
              <a:t>SMART ATTENDANCE MANAGEMENT SYSTEM (SAMS): ATTENDANCE TRACKING PROCESS IN EDUCATIONAL INSTITUTION </a:t>
            </a:r>
          </a:p>
          <a:p>
            <a:pPr lvl="1"/>
            <a:r>
              <a:rPr lang="en-US" sz="2000" cap="small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https://www.irjet.net/archives/V11/i4/IRJET-V11I4235.pdf</a:t>
            </a:r>
            <a:endParaRPr lang="en-US" sz="2000" cap="small" dirty="0">
              <a:solidFill>
                <a:srgbClr val="0070C0"/>
              </a:solidFill>
            </a:endParaRPr>
          </a:p>
          <a:p>
            <a:pPr lvl="1"/>
            <a:endParaRPr lang="en-US" sz="2000" cap="small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cap="small" dirty="0">
                <a:solidFill>
                  <a:schemeClr val="dk1"/>
                </a:solidFill>
              </a:rPr>
              <a:t>Research paper 2025 : </a:t>
            </a:r>
            <a:r>
              <a:rPr lang="en-IN" sz="1800" dirty="0">
                <a:solidFill>
                  <a:schemeClr val="dk1"/>
                </a:solidFill>
              </a:rPr>
              <a:t>AI BASED SMART ATTENDANCE MANAGEMENT SYSTEM</a:t>
            </a:r>
            <a:endParaRPr lang="en-US" sz="1800" cap="small" dirty="0">
              <a:solidFill>
                <a:schemeClr val="dk1"/>
              </a:solidFill>
            </a:endParaRPr>
          </a:p>
          <a:p>
            <a:r>
              <a:rPr lang="en-US" sz="2000" cap="small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https://www.ijisrt.com/assets/upload/files/IJISRT25APR723.pdf</a:t>
            </a:r>
            <a:endParaRPr lang="en-US" sz="2000" cap="small" dirty="0">
              <a:solidFill>
                <a:srgbClr val="0070C0"/>
              </a:solidFill>
            </a:endParaRPr>
          </a:p>
          <a:p>
            <a:endParaRPr lang="en-US" sz="2000" cap="small" dirty="0">
              <a:solidFill>
                <a:srgbClr val="0070C0"/>
              </a:solidFill>
            </a:endParaRPr>
          </a:p>
          <a:p>
            <a:endParaRPr lang="en-US" sz="2000" cap="small" dirty="0">
              <a:solidFill>
                <a:srgbClr val="0070C0"/>
              </a:solidFill>
            </a:endParaRPr>
          </a:p>
          <a:p>
            <a:endParaRPr lang="en-US" sz="2000" cap="small" dirty="0">
              <a:solidFill>
                <a:srgbClr val="0070C0"/>
              </a:solidFill>
            </a:endParaRPr>
          </a:p>
          <a:p>
            <a:endParaRPr lang="en-US" sz="2000" cap="small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28</a:t>
            </a:fld>
            <a:endParaRPr sz="1600"/>
          </a:p>
        </p:txBody>
      </p:sp>
      <p:pic>
        <p:nvPicPr>
          <p:cNvPr id="193" name="Google Shape;193;p18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17649" y="2492829"/>
            <a:ext cx="121566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24108"/>
              </a:buClr>
              <a:buSzPts val="8800"/>
              <a:buFont typeface="Arial"/>
              <a:buNone/>
            </a:pPr>
            <a:r>
              <a:rPr lang="en-US" sz="8800" b="1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Thank You…</a:t>
            </a:r>
            <a:endParaRPr/>
          </a:p>
        </p:txBody>
      </p:sp>
      <p:sp>
        <p:nvSpPr>
          <p:cNvPr id="3" name="Google Shape;161;p15">
            <a:extLst>
              <a:ext uri="{FF2B5EF4-FFF2-40B4-BE49-F238E27FC236}">
                <a16:creationId xmlns:a16="http://schemas.microsoft.com/office/drawing/2014/main" id="{22D84DD5-182B-0D27-A438-96CDA1CBC0C5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&lt;Smart Attendance Application&gt;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rgbClr val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1111</Words>
  <Application>Microsoft Office PowerPoint</Application>
  <PresentationFormat>Widescreen</PresentationFormat>
  <Paragraphs>307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Noto Sans Symbols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jmchavda2006@outlook.com</cp:lastModifiedBy>
  <cp:revision>18</cp:revision>
  <dcterms:modified xsi:type="dcterms:W3CDTF">2026-07-15T15:42:39Z</dcterms:modified>
</cp:coreProperties>
</file>